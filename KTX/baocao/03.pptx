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lita One" charset="1" panose="02000000000000000000"/>
      <p:regular r:id="rId16"/>
    </p:embeddedFont>
    <p:embeddedFont>
      <p:font typeface="Varela Round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  <p:embeddedFont>
      <p:font typeface="Noto Sans" charset="1" panose="020B050204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82206">
            <a:off x="-29544" y="2376101"/>
            <a:ext cx="3646515" cy="3547065"/>
          </a:xfrm>
          <a:custGeom>
            <a:avLst/>
            <a:gdLst/>
            <a:ahLst/>
            <a:cxnLst/>
            <a:rect r="r" b="b" t="t" l="l"/>
            <a:pathLst>
              <a:path h="3547065" w="3646515">
                <a:moveTo>
                  <a:pt x="0" y="0"/>
                </a:moveTo>
                <a:lnTo>
                  <a:pt x="3646515" y="0"/>
                </a:lnTo>
                <a:lnTo>
                  <a:pt x="3646515" y="3547065"/>
                </a:lnTo>
                <a:lnTo>
                  <a:pt x="0" y="3547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99307">
            <a:off x="13617114" y="-667259"/>
            <a:ext cx="3723411" cy="3842169"/>
          </a:xfrm>
          <a:custGeom>
            <a:avLst/>
            <a:gdLst/>
            <a:ahLst/>
            <a:cxnLst/>
            <a:rect r="r" b="b" t="t" l="l"/>
            <a:pathLst>
              <a:path h="3842169" w="3723411">
                <a:moveTo>
                  <a:pt x="0" y="0"/>
                </a:moveTo>
                <a:lnTo>
                  <a:pt x="3723411" y="0"/>
                </a:lnTo>
                <a:lnTo>
                  <a:pt x="3723411" y="3842169"/>
                </a:lnTo>
                <a:lnTo>
                  <a:pt x="0" y="384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61922">
            <a:off x="14832834" y="3616651"/>
            <a:ext cx="3134767" cy="3676166"/>
          </a:xfrm>
          <a:custGeom>
            <a:avLst/>
            <a:gdLst/>
            <a:ahLst/>
            <a:cxnLst/>
            <a:rect r="r" b="b" t="t" l="l"/>
            <a:pathLst>
              <a:path h="3676166" w="3134767">
                <a:moveTo>
                  <a:pt x="0" y="0"/>
                </a:moveTo>
                <a:lnTo>
                  <a:pt x="3134767" y="0"/>
                </a:lnTo>
                <a:lnTo>
                  <a:pt x="3134767" y="3676165"/>
                </a:lnTo>
                <a:lnTo>
                  <a:pt x="0" y="36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5800">
            <a:off x="1290351" y="7186679"/>
            <a:ext cx="4770192" cy="3087615"/>
          </a:xfrm>
          <a:custGeom>
            <a:avLst/>
            <a:gdLst/>
            <a:ahLst/>
            <a:cxnLst/>
            <a:rect r="r" b="b" t="t" l="l"/>
            <a:pathLst>
              <a:path h="3087615" w="4770192">
                <a:moveTo>
                  <a:pt x="0" y="0"/>
                </a:moveTo>
                <a:lnTo>
                  <a:pt x="4770191" y="0"/>
                </a:lnTo>
                <a:lnTo>
                  <a:pt x="4770191" y="3087615"/>
                </a:lnTo>
                <a:lnTo>
                  <a:pt x="0" y="3087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4510" y="293587"/>
            <a:ext cx="2821872" cy="2693605"/>
          </a:xfrm>
          <a:custGeom>
            <a:avLst/>
            <a:gdLst/>
            <a:ahLst/>
            <a:cxnLst/>
            <a:rect r="r" b="b" t="t" l="l"/>
            <a:pathLst>
              <a:path h="2693605" w="2821872">
                <a:moveTo>
                  <a:pt x="0" y="0"/>
                </a:moveTo>
                <a:lnTo>
                  <a:pt x="2821872" y="0"/>
                </a:lnTo>
                <a:lnTo>
                  <a:pt x="2821872" y="2693605"/>
                </a:lnTo>
                <a:lnTo>
                  <a:pt x="0" y="2693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73857">
            <a:off x="12332926" y="7411292"/>
            <a:ext cx="3268273" cy="2638388"/>
          </a:xfrm>
          <a:custGeom>
            <a:avLst/>
            <a:gdLst/>
            <a:ahLst/>
            <a:cxnLst/>
            <a:rect r="r" b="b" t="t" l="l"/>
            <a:pathLst>
              <a:path h="2638388" w="3268273">
                <a:moveTo>
                  <a:pt x="0" y="0"/>
                </a:moveTo>
                <a:lnTo>
                  <a:pt x="3268272" y="0"/>
                </a:lnTo>
                <a:lnTo>
                  <a:pt x="3268272" y="2638388"/>
                </a:lnTo>
                <a:lnTo>
                  <a:pt x="0" y="2638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10416" y="2780043"/>
            <a:ext cx="10267167" cy="349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4"/>
              </a:lnSpc>
              <a:spcBef>
                <a:spcPct val="0"/>
              </a:spcBef>
            </a:pPr>
            <a:r>
              <a:rPr lang="en-US" sz="11454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LẬP TRÌNH WINDOWS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20148" y="6781997"/>
            <a:ext cx="7447703" cy="950885"/>
            <a:chOff x="0" y="0"/>
            <a:chExt cx="3183085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83085" cy="406400"/>
            </a:xfrm>
            <a:custGeom>
              <a:avLst/>
              <a:gdLst/>
              <a:ahLst/>
              <a:cxnLst/>
              <a:rect r="r" b="b" t="t" l="l"/>
              <a:pathLst>
                <a:path h="406400" w="3183085">
                  <a:moveTo>
                    <a:pt x="2979885" y="0"/>
                  </a:moveTo>
                  <a:cubicBezTo>
                    <a:pt x="3092109" y="0"/>
                    <a:pt x="3183085" y="90976"/>
                    <a:pt x="3183085" y="203200"/>
                  </a:cubicBezTo>
                  <a:cubicBezTo>
                    <a:pt x="3183085" y="315424"/>
                    <a:pt x="3092109" y="406400"/>
                    <a:pt x="29798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1C3D8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8308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730121" y="1253826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8748" y="8903621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67549" y="1108561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67099" y="8581312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27093" y="6984476"/>
            <a:ext cx="7033813" cy="109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605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Khoa Công Nghệ Thông Tin </a:t>
            </a:r>
          </a:p>
          <a:p>
            <a:pPr algn="ctr">
              <a:lnSpc>
                <a:spcPts val="43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62814" y="1344224"/>
            <a:ext cx="13736990" cy="7914076"/>
            <a:chOff x="0" y="0"/>
            <a:chExt cx="3617973" cy="20843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7973" cy="2084366"/>
            </a:xfrm>
            <a:custGeom>
              <a:avLst/>
              <a:gdLst/>
              <a:ahLst/>
              <a:cxnLst/>
              <a:rect r="r" b="b" t="t" l="l"/>
              <a:pathLst>
                <a:path h="2084366" w="3617973">
                  <a:moveTo>
                    <a:pt x="12399" y="0"/>
                  </a:moveTo>
                  <a:lnTo>
                    <a:pt x="3605574" y="0"/>
                  </a:lnTo>
                  <a:cubicBezTo>
                    <a:pt x="3612421" y="0"/>
                    <a:pt x="3617973" y="5551"/>
                    <a:pt x="3617973" y="12399"/>
                  </a:cubicBezTo>
                  <a:lnTo>
                    <a:pt x="3617973" y="2071967"/>
                  </a:lnTo>
                  <a:cubicBezTo>
                    <a:pt x="3617973" y="2078814"/>
                    <a:pt x="3612421" y="2084366"/>
                    <a:pt x="3605574" y="2084366"/>
                  </a:cubicBezTo>
                  <a:lnTo>
                    <a:pt x="12399" y="2084366"/>
                  </a:lnTo>
                  <a:cubicBezTo>
                    <a:pt x="5551" y="2084366"/>
                    <a:pt x="0" y="2078814"/>
                    <a:pt x="0" y="2071967"/>
                  </a:cubicBezTo>
                  <a:lnTo>
                    <a:pt x="0" y="12399"/>
                  </a:lnTo>
                  <a:cubicBezTo>
                    <a:pt x="0" y="5551"/>
                    <a:pt x="5551" y="0"/>
                    <a:pt x="12399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17973" cy="2122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TP (True Positive) – Đúng kiểu Dương tính</a:t>
              </a:r>
            </a:p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Cách dịch: AI đoán là Positive (Có bệnh), và thực tế chứng minh AI đã đoán True (Đúng).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365716">
            <a:off x="-1327372" y="873614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78924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1550" y="9009355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270764" y="1344224"/>
          <a:ext cx="13746472" cy="7914076"/>
        </p:xfrm>
        <a:graphic>
          <a:graphicData uri="http://schemas.openxmlformats.org/drawingml/2006/table">
            <a:tbl>
              <a:tblPr/>
              <a:tblGrid>
                <a:gridCol w="3816609"/>
                <a:gridCol w="3051873"/>
                <a:gridCol w="3705790"/>
                <a:gridCol w="3172200"/>
              </a:tblGrid>
              <a:tr h="1024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Lớp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Họ và tên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MSSV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Ghi chú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41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23ĐHTT04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Nguyễn Văn Thành Đạt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2331540181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9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23ĐHTT03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Trần Phạm Minh Đức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2331540141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9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24ĐHTT04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Dương Trần Bảo Linh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2431540211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9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23ĐHTT04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Tống Nhật Nam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2331540184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9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24ĐHTT04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Võ Trí Thanh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2431540218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4248" y="2603921"/>
            <a:ext cx="13736990" cy="4689989"/>
            <a:chOff x="0" y="0"/>
            <a:chExt cx="3617973" cy="12352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7973" cy="1235223"/>
            </a:xfrm>
            <a:custGeom>
              <a:avLst/>
              <a:gdLst/>
              <a:ahLst/>
              <a:cxnLst/>
              <a:rect r="r" b="b" t="t" l="l"/>
              <a:pathLst>
                <a:path h="1235223" w="3617973">
                  <a:moveTo>
                    <a:pt x="12399" y="0"/>
                  </a:moveTo>
                  <a:lnTo>
                    <a:pt x="3605574" y="0"/>
                  </a:lnTo>
                  <a:cubicBezTo>
                    <a:pt x="3612421" y="0"/>
                    <a:pt x="3617973" y="5551"/>
                    <a:pt x="3617973" y="12399"/>
                  </a:cubicBezTo>
                  <a:lnTo>
                    <a:pt x="3617973" y="1222825"/>
                  </a:lnTo>
                  <a:cubicBezTo>
                    <a:pt x="3617973" y="1229672"/>
                    <a:pt x="3612421" y="1235223"/>
                    <a:pt x="3605574" y="1235223"/>
                  </a:cubicBezTo>
                  <a:lnTo>
                    <a:pt x="12399" y="1235223"/>
                  </a:lnTo>
                  <a:cubicBezTo>
                    <a:pt x="9110" y="1235223"/>
                    <a:pt x="5957" y="1233917"/>
                    <a:pt x="3632" y="1231592"/>
                  </a:cubicBezTo>
                  <a:cubicBezTo>
                    <a:pt x="1306" y="1229267"/>
                    <a:pt x="0" y="1226113"/>
                    <a:pt x="0" y="1222825"/>
                  </a:cubicBezTo>
                  <a:lnTo>
                    <a:pt x="0" y="12399"/>
                  </a:lnTo>
                  <a:cubicBezTo>
                    <a:pt x="0" y="5551"/>
                    <a:pt x="5551" y="0"/>
                    <a:pt x="12399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17973" cy="1273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TP (True Positive) – Đúng kiểu Dương tính</a:t>
              </a:r>
            </a:p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Cách dịch: AI đoán là Positive (Có bệnh), và thực tế chứng minh AI đã đoán True (Đúng).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365716">
            <a:off x="-12242" y="1558425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47497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5233" y="8548999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31897" y="3540994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74248" y="6190690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79579" y="1425603"/>
            <a:ext cx="9878185" cy="134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  <a:spcBef>
                <a:spcPct val="0"/>
              </a:spcBef>
            </a:pPr>
            <a:r>
              <a:rPr lang="en-US" sz="8768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TALBES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89847" y="3666173"/>
            <a:ext cx="13421390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Sinh viên (Student): Lưu thông tin cá nhân. </a:t>
            </a: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Phòng (Room): Loại phòng, số lượng, trạng thái, giá phòng. </a:t>
            </a: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Hợp đồng 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Co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n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tract): Cầ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u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 nố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i r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à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n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g buộc g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i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ữa Sinh viên và Phò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ng.</a:t>
            </a: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1C3D86"/>
                </a:solidFill>
                <a:latin typeface="Noto Sans"/>
                <a:ea typeface="Noto Sans"/>
                <a:cs typeface="Noto Sans"/>
                <a:sym typeface="Noto Sans"/>
              </a:rPr>
              <a:t>Nhân viên (Staff): Quản lý, vận hành và phân quyền hệ thống. </a:t>
            </a:r>
          </a:p>
          <a:p>
            <a:pPr algn="ctr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5716">
            <a:off x="-12242" y="1558425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7497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33" y="8548999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1897" y="3540994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4248" y="6190690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60146" y="1345235"/>
            <a:ext cx="10317052" cy="7596531"/>
          </a:xfrm>
          <a:custGeom>
            <a:avLst/>
            <a:gdLst/>
            <a:ahLst/>
            <a:cxnLst/>
            <a:rect r="r" b="b" t="t" l="l"/>
            <a:pathLst>
              <a:path h="7596531" w="10317052">
                <a:moveTo>
                  <a:pt x="0" y="0"/>
                </a:moveTo>
                <a:lnTo>
                  <a:pt x="10317052" y="0"/>
                </a:lnTo>
                <a:lnTo>
                  <a:pt x="10317052" y="7596530"/>
                </a:lnTo>
                <a:lnTo>
                  <a:pt x="0" y="75965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5716">
            <a:off x="-12242" y="1558425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7497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33" y="8548999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1897" y="3540994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4248" y="6190690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67064" y="3328861"/>
            <a:ext cx="6572380" cy="4965798"/>
          </a:xfrm>
          <a:custGeom>
            <a:avLst/>
            <a:gdLst/>
            <a:ahLst/>
            <a:cxnLst/>
            <a:rect r="r" b="b" t="t" l="l"/>
            <a:pathLst>
              <a:path h="4965798" w="6572380">
                <a:moveTo>
                  <a:pt x="0" y="0"/>
                </a:moveTo>
                <a:lnTo>
                  <a:pt x="6572380" y="0"/>
                </a:lnTo>
                <a:lnTo>
                  <a:pt x="6572380" y="4965798"/>
                </a:lnTo>
                <a:lnTo>
                  <a:pt x="0" y="49657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7476" y="3478098"/>
            <a:ext cx="5919587" cy="5070901"/>
          </a:xfrm>
          <a:custGeom>
            <a:avLst/>
            <a:gdLst/>
            <a:ahLst/>
            <a:cxnLst/>
            <a:rect r="r" b="b" t="t" l="l"/>
            <a:pathLst>
              <a:path h="5070901" w="5919587">
                <a:moveTo>
                  <a:pt x="0" y="0"/>
                </a:moveTo>
                <a:lnTo>
                  <a:pt x="5919588" y="0"/>
                </a:lnTo>
                <a:lnTo>
                  <a:pt x="5919588" y="5070901"/>
                </a:lnTo>
                <a:lnTo>
                  <a:pt x="0" y="5070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5716">
            <a:off x="-12242" y="1558425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7497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33" y="8548999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1897" y="3540994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4248" y="6190690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98209" y="3336396"/>
            <a:ext cx="6549288" cy="5029317"/>
          </a:xfrm>
          <a:custGeom>
            <a:avLst/>
            <a:gdLst/>
            <a:ahLst/>
            <a:cxnLst/>
            <a:rect r="r" b="b" t="t" l="l"/>
            <a:pathLst>
              <a:path h="5029317" w="6549288">
                <a:moveTo>
                  <a:pt x="0" y="0"/>
                </a:moveTo>
                <a:lnTo>
                  <a:pt x="6549288" y="0"/>
                </a:lnTo>
                <a:lnTo>
                  <a:pt x="6549288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62285" y="3540994"/>
            <a:ext cx="6435924" cy="4935056"/>
          </a:xfrm>
          <a:custGeom>
            <a:avLst/>
            <a:gdLst/>
            <a:ahLst/>
            <a:cxnLst/>
            <a:rect r="r" b="b" t="t" l="l"/>
            <a:pathLst>
              <a:path h="4935056" w="6435924">
                <a:moveTo>
                  <a:pt x="0" y="0"/>
                </a:moveTo>
                <a:lnTo>
                  <a:pt x="6435924" y="0"/>
                </a:lnTo>
                <a:lnTo>
                  <a:pt x="6435924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5716">
            <a:off x="-12242" y="1558425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7497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33" y="8548999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1897" y="3540994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4248" y="6190690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17614" y="3644955"/>
            <a:ext cx="6637854" cy="4990160"/>
          </a:xfrm>
          <a:custGeom>
            <a:avLst/>
            <a:gdLst/>
            <a:ahLst/>
            <a:cxnLst/>
            <a:rect r="r" b="b" t="t" l="l"/>
            <a:pathLst>
              <a:path h="4990160" w="6637854">
                <a:moveTo>
                  <a:pt x="0" y="0"/>
                </a:moveTo>
                <a:lnTo>
                  <a:pt x="6637855" y="0"/>
                </a:lnTo>
                <a:lnTo>
                  <a:pt x="6637855" y="4990160"/>
                </a:lnTo>
                <a:lnTo>
                  <a:pt x="0" y="49901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05447" y="3644955"/>
            <a:ext cx="5112167" cy="5091470"/>
          </a:xfrm>
          <a:custGeom>
            <a:avLst/>
            <a:gdLst/>
            <a:ahLst/>
            <a:cxnLst/>
            <a:rect r="r" b="b" t="t" l="l"/>
            <a:pathLst>
              <a:path h="5091470" w="5112167">
                <a:moveTo>
                  <a:pt x="0" y="0"/>
                </a:moveTo>
                <a:lnTo>
                  <a:pt x="5112167" y="0"/>
                </a:lnTo>
                <a:lnTo>
                  <a:pt x="5112167" y="5091470"/>
                </a:lnTo>
                <a:lnTo>
                  <a:pt x="0" y="50914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5716">
            <a:off x="-12242" y="1558425"/>
            <a:ext cx="3119438" cy="3102422"/>
          </a:xfrm>
          <a:custGeom>
            <a:avLst/>
            <a:gdLst/>
            <a:ahLst/>
            <a:cxnLst/>
            <a:rect r="r" b="b" t="t" l="l"/>
            <a:pathLst>
              <a:path h="3102422" w="3119438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9927">
            <a:off x="15498369" y="5282412"/>
            <a:ext cx="3017828" cy="3039937"/>
          </a:xfrm>
          <a:custGeom>
            <a:avLst/>
            <a:gdLst/>
            <a:ahLst/>
            <a:cxnLst/>
            <a:rect r="r" b="b" t="t" l="l"/>
            <a:pathLst>
              <a:path h="3039937" w="3017828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7497" y="172025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233" y="8548999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31897" y="3540994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4248" y="6190690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8724" y="2998147"/>
            <a:ext cx="5980906" cy="4984089"/>
          </a:xfrm>
          <a:custGeom>
            <a:avLst/>
            <a:gdLst/>
            <a:ahLst/>
            <a:cxnLst/>
            <a:rect r="r" b="b" t="t" l="l"/>
            <a:pathLst>
              <a:path h="4984089" w="5980906">
                <a:moveTo>
                  <a:pt x="0" y="0"/>
                </a:moveTo>
                <a:lnTo>
                  <a:pt x="5980906" y="0"/>
                </a:lnTo>
                <a:lnTo>
                  <a:pt x="5980906" y="4984088"/>
                </a:lnTo>
                <a:lnTo>
                  <a:pt x="0" y="49840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13480" y="2822823"/>
            <a:ext cx="10086324" cy="5334737"/>
          </a:xfrm>
          <a:custGeom>
            <a:avLst/>
            <a:gdLst/>
            <a:ahLst/>
            <a:cxnLst/>
            <a:rect r="r" b="b" t="t" l="l"/>
            <a:pathLst>
              <a:path h="5334737" w="10086324">
                <a:moveTo>
                  <a:pt x="0" y="0"/>
                </a:moveTo>
                <a:lnTo>
                  <a:pt x="10086324" y="0"/>
                </a:lnTo>
                <a:lnTo>
                  <a:pt x="10086324" y="5334736"/>
                </a:lnTo>
                <a:lnTo>
                  <a:pt x="0" y="53347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82206">
            <a:off x="-29544" y="2376101"/>
            <a:ext cx="3646515" cy="3547065"/>
          </a:xfrm>
          <a:custGeom>
            <a:avLst/>
            <a:gdLst/>
            <a:ahLst/>
            <a:cxnLst/>
            <a:rect r="r" b="b" t="t" l="l"/>
            <a:pathLst>
              <a:path h="3547065" w="3646515">
                <a:moveTo>
                  <a:pt x="0" y="0"/>
                </a:moveTo>
                <a:lnTo>
                  <a:pt x="3646515" y="0"/>
                </a:lnTo>
                <a:lnTo>
                  <a:pt x="3646515" y="3547065"/>
                </a:lnTo>
                <a:lnTo>
                  <a:pt x="0" y="3547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99307">
            <a:off x="13617114" y="-667259"/>
            <a:ext cx="3723411" cy="3842169"/>
          </a:xfrm>
          <a:custGeom>
            <a:avLst/>
            <a:gdLst/>
            <a:ahLst/>
            <a:cxnLst/>
            <a:rect r="r" b="b" t="t" l="l"/>
            <a:pathLst>
              <a:path h="3842169" w="3723411">
                <a:moveTo>
                  <a:pt x="0" y="0"/>
                </a:moveTo>
                <a:lnTo>
                  <a:pt x="3723411" y="0"/>
                </a:lnTo>
                <a:lnTo>
                  <a:pt x="3723411" y="3842169"/>
                </a:lnTo>
                <a:lnTo>
                  <a:pt x="0" y="384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61922">
            <a:off x="14832834" y="3616651"/>
            <a:ext cx="3134767" cy="3676166"/>
          </a:xfrm>
          <a:custGeom>
            <a:avLst/>
            <a:gdLst/>
            <a:ahLst/>
            <a:cxnLst/>
            <a:rect r="r" b="b" t="t" l="l"/>
            <a:pathLst>
              <a:path h="3676166" w="3134767">
                <a:moveTo>
                  <a:pt x="0" y="0"/>
                </a:moveTo>
                <a:lnTo>
                  <a:pt x="3134767" y="0"/>
                </a:lnTo>
                <a:lnTo>
                  <a:pt x="3134767" y="3676165"/>
                </a:lnTo>
                <a:lnTo>
                  <a:pt x="0" y="36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5800">
            <a:off x="1290351" y="7186679"/>
            <a:ext cx="4770192" cy="3087615"/>
          </a:xfrm>
          <a:custGeom>
            <a:avLst/>
            <a:gdLst/>
            <a:ahLst/>
            <a:cxnLst/>
            <a:rect r="r" b="b" t="t" l="l"/>
            <a:pathLst>
              <a:path h="3087615" w="4770192">
                <a:moveTo>
                  <a:pt x="0" y="0"/>
                </a:moveTo>
                <a:lnTo>
                  <a:pt x="4770191" y="0"/>
                </a:lnTo>
                <a:lnTo>
                  <a:pt x="4770191" y="3087615"/>
                </a:lnTo>
                <a:lnTo>
                  <a:pt x="0" y="3087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4510" y="293587"/>
            <a:ext cx="2821872" cy="2693605"/>
          </a:xfrm>
          <a:custGeom>
            <a:avLst/>
            <a:gdLst/>
            <a:ahLst/>
            <a:cxnLst/>
            <a:rect r="r" b="b" t="t" l="l"/>
            <a:pathLst>
              <a:path h="2693605" w="2821872">
                <a:moveTo>
                  <a:pt x="0" y="0"/>
                </a:moveTo>
                <a:lnTo>
                  <a:pt x="2821872" y="0"/>
                </a:lnTo>
                <a:lnTo>
                  <a:pt x="2821872" y="2693605"/>
                </a:lnTo>
                <a:lnTo>
                  <a:pt x="0" y="2693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73857">
            <a:off x="12935469" y="7783583"/>
            <a:ext cx="3268273" cy="2638388"/>
          </a:xfrm>
          <a:custGeom>
            <a:avLst/>
            <a:gdLst/>
            <a:ahLst/>
            <a:cxnLst/>
            <a:rect r="r" b="b" t="t" l="l"/>
            <a:pathLst>
              <a:path h="2638388" w="3268273">
                <a:moveTo>
                  <a:pt x="0" y="0"/>
                </a:moveTo>
                <a:lnTo>
                  <a:pt x="3268273" y="0"/>
                </a:lnTo>
                <a:lnTo>
                  <a:pt x="3268273" y="2638388"/>
                </a:lnTo>
                <a:lnTo>
                  <a:pt x="0" y="2638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4766" y="3671357"/>
            <a:ext cx="10267167" cy="175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4"/>
              </a:lnSpc>
              <a:spcBef>
                <a:spcPct val="0"/>
              </a:spcBef>
            </a:pPr>
            <a:r>
              <a:rPr lang="en-US" sz="11454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DEMO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730121" y="1253826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98748" y="8903621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67549" y="1108561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67099" y="8581312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955719" y="-5233061"/>
            <a:ext cx="10376561" cy="20753122"/>
          </a:xfrm>
          <a:custGeom>
            <a:avLst/>
            <a:gdLst/>
            <a:ahLst/>
            <a:cxnLst/>
            <a:rect r="r" b="b" t="t" l="l"/>
            <a:pathLst>
              <a:path h="20753122" w="10376561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82206">
            <a:off x="-29544" y="2376101"/>
            <a:ext cx="3646515" cy="3547065"/>
          </a:xfrm>
          <a:custGeom>
            <a:avLst/>
            <a:gdLst/>
            <a:ahLst/>
            <a:cxnLst/>
            <a:rect r="r" b="b" t="t" l="l"/>
            <a:pathLst>
              <a:path h="3547065" w="3646515">
                <a:moveTo>
                  <a:pt x="0" y="0"/>
                </a:moveTo>
                <a:lnTo>
                  <a:pt x="3646515" y="0"/>
                </a:lnTo>
                <a:lnTo>
                  <a:pt x="3646515" y="3547065"/>
                </a:lnTo>
                <a:lnTo>
                  <a:pt x="0" y="3547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99307">
            <a:off x="13617114" y="-667259"/>
            <a:ext cx="3723411" cy="3842169"/>
          </a:xfrm>
          <a:custGeom>
            <a:avLst/>
            <a:gdLst/>
            <a:ahLst/>
            <a:cxnLst/>
            <a:rect r="r" b="b" t="t" l="l"/>
            <a:pathLst>
              <a:path h="3842169" w="3723411">
                <a:moveTo>
                  <a:pt x="0" y="0"/>
                </a:moveTo>
                <a:lnTo>
                  <a:pt x="3723411" y="0"/>
                </a:lnTo>
                <a:lnTo>
                  <a:pt x="3723411" y="3842169"/>
                </a:lnTo>
                <a:lnTo>
                  <a:pt x="0" y="384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61922">
            <a:off x="14832834" y="3616651"/>
            <a:ext cx="3134767" cy="3676166"/>
          </a:xfrm>
          <a:custGeom>
            <a:avLst/>
            <a:gdLst/>
            <a:ahLst/>
            <a:cxnLst/>
            <a:rect r="r" b="b" t="t" l="l"/>
            <a:pathLst>
              <a:path h="3676166" w="3134767">
                <a:moveTo>
                  <a:pt x="0" y="0"/>
                </a:moveTo>
                <a:lnTo>
                  <a:pt x="3134767" y="0"/>
                </a:lnTo>
                <a:lnTo>
                  <a:pt x="3134767" y="3676165"/>
                </a:lnTo>
                <a:lnTo>
                  <a:pt x="0" y="36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5800">
            <a:off x="1290351" y="7186679"/>
            <a:ext cx="4770192" cy="3087615"/>
          </a:xfrm>
          <a:custGeom>
            <a:avLst/>
            <a:gdLst/>
            <a:ahLst/>
            <a:cxnLst/>
            <a:rect r="r" b="b" t="t" l="l"/>
            <a:pathLst>
              <a:path h="3087615" w="4770192">
                <a:moveTo>
                  <a:pt x="0" y="0"/>
                </a:moveTo>
                <a:lnTo>
                  <a:pt x="4770191" y="0"/>
                </a:lnTo>
                <a:lnTo>
                  <a:pt x="4770191" y="3087615"/>
                </a:lnTo>
                <a:lnTo>
                  <a:pt x="0" y="3087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4510" y="293587"/>
            <a:ext cx="2821872" cy="2693605"/>
          </a:xfrm>
          <a:custGeom>
            <a:avLst/>
            <a:gdLst/>
            <a:ahLst/>
            <a:cxnLst/>
            <a:rect r="r" b="b" t="t" l="l"/>
            <a:pathLst>
              <a:path h="2693605" w="2821872">
                <a:moveTo>
                  <a:pt x="0" y="0"/>
                </a:moveTo>
                <a:lnTo>
                  <a:pt x="2821872" y="0"/>
                </a:lnTo>
                <a:lnTo>
                  <a:pt x="2821872" y="2693605"/>
                </a:lnTo>
                <a:lnTo>
                  <a:pt x="0" y="2693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73857">
            <a:off x="12935469" y="7783583"/>
            <a:ext cx="3268273" cy="2638388"/>
          </a:xfrm>
          <a:custGeom>
            <a:avLst/>
            <a:gdLst/>
            <a:ahLst/>
            <a:cxnLst/>
            <a:rect r="r" b="b" t="t" l="l"/>
            <a:pathLst>
              <a:path h="2638388" w="3268273">
                <a:moveTo>
                  <a:pt x="0" y="0"/>
                </a:moveTo>
                <a:lnTo>
                  <a:pt x="3268273" y="0"/>
                </a:lnTo>
                <a:lnTo>
                  <a:pt x="3268273" y="2638388"/>
                </a:lnTo>
                <a:lnTo>
                  <a:pt x="0" y="2638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4766" y="3671357"/>
            <a:ext cx="10267167" cy="523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4"/>
              </a:lnSpc>
            </a:pPr>
            <a:r>
              <a:rPr lang="en-US" sz="11454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THANK FOR LISTENING</a:t>
            </a:r>
          </a:p>
          <a:p>
            <a:pPr algn="ctr">
              <a:lnSpc>
                <a:spcPts val="13744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730121" y="1253826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98748" y="8903621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67549" y="1108561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67099" y="8581312"/>
            <a:ext cx="631200" cy="611690"/>
          </a:xfrm>
          <a:custGeom>
            <a:avLst/>
            <a:gdLst/>
            <a:ahLst/>
            <a:cxnLst/>
            <a:rect r="r" b="b" t="t" l="l"/>
            <a:pathLst>
              <a:path h="611690" w="63120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DAHKdbgQf_4</dc:identifier>
  <dcterms:modified xsi:type="dcterms:W3CDTF">2011-08-01T06:04:30Z</dcterms:modified>
  <cp:revision>1</cp:revision>
  <dc:title>WIndow</dc:title>
</cp:coreProperties>
</file>