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Lilita One" charset="1" panose="02000000000000000000"/>
      <p:regular r:id="rId15"/>
    </p:embeddedFont>
    <p:embeddedFont>
      <p:font typeface="Varela Round" charset="1" panose="00000500000000000000"/>
      <p:regular r:id="rId16"/>
    </p:embeddedFont>
    <p:embeddedFont>
      <p:font typeface="Canva Sans" charset="1" panose="020B0503030501040103"/>
      <p:regular r:id="rId17"/>
    </p:embeddedFont>
    <p:embeddedFont>
      <p:font typeface="Noto Sans" charset="1" panose="020B0502040504020204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12" Target="../media/image11.png" Type="http://schemas.openxmlformats.org/officeDocument/2006/relationships/image"/><Relationship Id="rId13" Target="../media/image12.svg" Type="http://schemas.openxmlformats.org/officeDocument/2006/relationships/image"/><Relationship Id="rId14" Target="../media/image13.png" Type="http://schemas.openxmlformats.org/officeDocument/2006/relationships/image"/><Relationship Id="rId15" Target="../media/image14.svg" Type="http://schemas.openxmlformats.org/officeDocument/2006/relationships/image"/><Relationship Id="rId16" Target="../media/image15.png" Type="http://schemas.openxmlformats.org/officeDocument/2006/relationships/image"/><Relationship Id="rId17" Target="../media/image16.svg" Type="http://schemas.openxmlformats.org/officeDocument/2006/relationships/image"/><Relationship Id="rId18" Target="../media/image17.png" Type="http://schemas.openxmlformats.org/officeDocument/2006/relationships/image"/><Relationship Id="rId19" Target="../media/image18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7.png" Type="http://schemas.openxmlformats.org/officeDocument/2006/relationships/image"/><Relationship Id="rId11" Target="../media/image18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9.png" Type="http://schemas.openxmlformats.org/officeDocument/2006/relationships/image"/><Relationship Id="rId5" Target="../media/image20.svg" Type="http://schemas.openxmlformats.org/officeDocument/2006/relationships/image"/><Relationship Id="rId6" Target="../media/image21.png" Type="http://schemas.openxmlformats.org/officeDocument/2006/relationships/image"/><Relationship Id="rId7" Target="../media/image22.svg" Type="http://schemas.openxmlformats.org/officeDocument/2006/relationships/image"/><Relationship Id="rId8" Target="../media/image15.png" Type="http://schemas.openxmlformats.org/officeDocument/2006/relationships/image"/><Relationship Id="rId9" Target="../media/image16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7.png" Type="http://schemas.openxmlformats.org/officeDocument/2006/relationships/image"/><Relationship Id="rId11" Target="../media/image18.svg" Type="http://schemas.openxmlformats.org/officeDocument/2006/relationships/image"/><Relationship Id="rId12" Target="../media/image23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9.png" Type="http://schemas.openxmlformats.org/officeDocument/2006/relationships/image"/><Relationship Id="rId5" Target="../media/image20.svg" Type="http://schemas.openxmlformats.org/officeDocument/2006/relationships/image"/><Relationship Id="rId6" Target="../media/image21.png" Type="http://schemas.openxmlformats.org/officeDocument/2006/relationships/image"/><Relationship Id="rId7" Target="../media/image22.svg" Type="http://schemas.openxmlformats.org/officeDocument/2006/relationships/image"/><Relationship Id="rId8" Target="../media/image15.png" Type="http://schemas.openxmlformats.org/officeDocument/2006/relationships/image"/><Relationship Id="rId9" Target="../media/image16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7.png" Type="http://schemas.openxmlformats.org/officeDocument/2006/relationships/image"/><Relationship Id="rId11" Target="../media/image18.svg" Type="http://schemas.openxmlformats.org/officeDocument/2006/relationships/image"/><Relationship Id="rId12" Target="../media/image24.png" Type="http://schemas.openxmlformats.org/officeDocument/2006/relationships/image"/><Relationship Id="rId13" Target="../media/image25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9.png" Type="http://schemas.openxmlformats.org/officeDocument/2006/relationships/image"/><Relationship Id="rId5" Target="../media/image20.svg" Type="http://schemas.openxmlformats.org/officeDocument/2006/relationships/image"/><Relationship Id="rId6" Target="../media/image21.png" Type="http://schemas.openxmlformats.org/officeDocument/2006/relationships/image"/><Relationship Id="rId7" Target="../media/image22.svg" Type="http://schemas.openxmlformats.org/officeDocument/2006/relationships/image"/><Relationship Id="rId8" Target="../media/image15.png" Type="http://schemas.openxmlformats.org/officeDocument/2006/relationships/image"/><Relationship Id="rId9" Target="../media/image16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7.png" Type="http://schemas.openxmlformats.org/officeDocument/2006/relationships/image"/><Relationship Id="rId11" Target="../media/image18.svg" Type="http://schemas.openxmlformats.org/officeDocument/2006/relationships/image"/><Relationship Id="rId12" Target="../media/image26.png" Type="http://schemas.openxmlformats.org/officeDocument/2006/relationships/image"/><Relationship Id="rId13" Target="../media/image27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9.png" Type="http://schemas.openxmlformats.org/officeDocument/2006/relationships/image"/><Relationship Id="rId5" Target="../media/image20.svg" Type="http://schemas.openxmlformats.org/officeDocument/2006/relationships/image"/><Relationship Id="rId6" Target="../media/image21.png" Type="http://schemas.openxmlformats.org/officeDocument/2006/relationships/image"/><Relationship Id="rId7" Target="../media/image22.svg" Type="http://schemas.openxmlformats.org/officeDocument/2006/relationships/image"/><Relationship Id="rId8" Target="../media/image15.png" Type="http://schemas.openxmlformats.org/officeDocument/2006/relationships/image"/><Relationship Id="rId9" Target="../media/image16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7.png" Type="http://schemas.openxmlformats.org/officeDocument/2006/relationships/image"/><Relationship Id="rId11" Target="../media/image18.svg" Type="http://schemas.openxmlformats.org/officeDocument/2006/relationships/image"/><Relationship Id="rId12" Target="../media/image28.png" Type="http://schemas.openxmlformats.org/officeDocument/2006/relationships/image"/><Relationship Id="rId13" Target="../media/image29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9.png" Type="http://schemas.openxmlformats.org/officeDocument/2006/relationships/image"/><Relationship Id="rId5" Target="../media/image20.svg" Type="http://schemas.openxmlformats.org/officeDocument/2006/relationships/image"/><Relationship Id="rId6" Target="../media/image21.png" Type="http://schemas.openxmlformats.org/officeDocument/2006/relationships/image"/><Relationship Id="rId7" Target="../media/image22.svg" Type="http://schemas.openxmlformats.org/officeDocument/2006/relationships/image"/><Relationship Id="rId8" Target="../media/image15.png" Type="http://schemas.openxmlformats.org/officeDocument/2006/relationships/image"/><Relationship Id="rId9" Target="../media/image16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7.png" Type="http://schemas.openxmlformats.org/officeDocument/2006/relationships/image"/><Relationship Id="rId11" Target="../media/image18.svg" Type="http://schemas.openxmlformats.org/officeDocument/2006/relationships/image"/><Relationship Id="rId12" Target="../media/image30.png" Type="http://schemas.openxmlformats.org/officeDocument/2006/relationships/image"/><Relationship Id="rId13" Target="../media/image31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9.png" Type="http://schemas.openxmlformats.org/officeDocument/2006/relationships/image"/><Relationship Id="rId5" Target="../media/image20.svg" Type="http://schemas.openxmlformats.org/officeDocument/2006/relationships/image"/><Relationship Id="rId6" Target="../media/image21.png" Type="http://schemas.openxmlformats.org/officeDocument/2006/relationships/image"/><Relationship Id="rId7" Target="../media/image22.svg" Type="http://schemas.openxmlformats.org/officeDocument/2006/relationships/image"/><Relationship Id="rId8" Target="../media/image15.png" Type="http://schemas.openxmlformats.org/officeDocument/2006/relationships/image"/><Relationship Id="rId9" Target="../media/image16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12" Target="../media/image11.png" Type="http://schemas.openxmlformats.org/officeDocument/2006/relationships/image"/><Relationship Id="rId13" Target="../media/image12.svg" Type="http://schemas.openxmlformats.org/officeDocument/2006/relationships/image"/><Relationship Id="rId14" Target="../media/image13.png" Type="http://schemas.openxmlformats.org/officeDocument/2006/relationships/image"/><Relationship Id="rId15" Target="../media/image14.svg" Type="http://schemas.openxmlformats.org/officeDocument/2006/relationships/image"/><Relationship Id="rId16" Target="../media/image15.png" Type="http://schemas.openxmlformats.org/officeDocument/2006/relationships/image"/><Relationship Id="rId17" Target="../media/image16.svg" Type="http://schemas.openxmlformats.org/officeDocument/2006/relationships/image"/><Relationship Id="rId18" Target="../media/image17.png" Type="http://schemas.openxmlformats.org/officeDocument/2006/relationships/image"/><Relationship Id="rId19" Target="../media/image18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12" Target="../media/image11.png" Type="http://schemas.openxmlformats.org/officeDocument/2006/relationships/image"/><Relationship Id="rId13" Target="../media/image12.svg" Type="http://schemas.openxmlformats.org/officeDocument/2006/relationships/image"/><Relationship Id="rId14" Target="../media/image13.png" Type="http://schemas.openxmlformats.org/officeDocument/2006/relationships/image"/><Relationship Id="rId15" Target="../media/image14.svg" Type="http://schemas.openxmlformats.org/officeDocument/2006/relationships/image"/><Relationship Id="rId16" Target="../media/image15.png" Type="http://schemas.openxmlformats.org/officeDocument/2006/relationships/image"/><Relationship Id="rId17" Target="../media/image16.svg" Type="http://schemas.openxmlformats.org/officeDocument/2006/relationships/image"/><Relationship Id="rId18" Target="../media/image17.png" Type="http://schemas.openxmlformats.org/officeDocument/2006/relationships/image"/><Relationship Id="rId19" Target="../media/image18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3955719" y="-5233061"/>
            <a:ext cx="10376561" cy="20753122"/>
          </a:xfrm>
          <a:custGeom>
            <a:avLst/>
            <a:gdLst/>
            <a:ahLst/>
            <a:cxnLst/>
            <a:rect r="r" b="b" t="t" l="l"/>
            <a:pathLst>
              <a:path h="20753122" w="10376561">
                <a:moveTo>
                  <a:pt x="0" y="0"/>
                </a:moveTo>
                <a:lnTo>
                  <a:pt x="10376562" y="0"/>
                </a:lnTo>
                <a:lnTo>
                  <a:pt x="10376562" y="20753122"/>
                </a:lnTo>
                <a:lnTo>
                  <a:pt x="0" y="207531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2182206">
            <a:off x="-29544" y="2376101"/>
            <a:ext cx="3646515" cy="3547065"/>
          </a:xfrm>
          <a:custGeom>
            <a:avLst/>
            <a:gdLst/>
            <a:ahLst/>
            <a:cxnLst/>
            <a:rect r="r" b="b" t="t" l="l"/>
            <a:pathLst>
              <a:path h="3547065" w="3646515">
                <a:moveTo>
                  <a:pt x="0" y="0"/>
                </a:moveTo>
                <a:lnTo>
                  <a:pt x="3646515" y="0"/>
                </a:lnTo>
                <a:lnTo>
                  <a:pt x="3646515" y="3547065"/>
                </a:lnTo>
                <a:lnTo>
                  <a:pt x="0" y="35470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1999307">
            <a:off x="13617114" y="-667259"/>
            <a:ext cx="3723411" cy="3842169"/>
          </a:xfrm>
          <a:custGeom>
            <a:avLst/>
            <a:gdLst/>
            <a:ahLst/>
            <a:cxnLst/>
            <a:rect r="r" b="b" t="t" l="l"/>
            <a:pathLst>
              <a:path h="3842169" w="3723411">
                <a:moveTo>
                  <a:pt x="0" y="0"/>
                </a:moveTo>
                <a:lnTo>
                  <a:pt x="3723411" y="0"/>
                </a:lnTo>
                <a:lnTo>
                  <a:pt x="3723411" y="3842169"/>
                </a:lnTo>
                <a:lnTo>
                  <a:pt x="0" y="38421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261922">
            <a:off x="14832834" y="3616651"/>
            <a:ext cx="3134767" cy="3676166"/>
          </a:xfrm>
          <a:custGeom>
            <a:avLst/>
            <a:gdLst/>
            <a:ahLst/>
            <a:cxnLst/>
            <a:rect r="r" b="b" t="t" l="l"/>
            <a:pathLst>
              <a:path h="3676166" w="3134767">
                <a:moveTo>
                  <a:pt x="0" y="0"/>
                </a:moveTo>
                <a:lnTo>
                  <a:pt x="3134767" y="0"/>
                </a:lnTo>
                <a:lnTo>
                  <a:pt x="3134767" y="3676165"/>
                </a:lnTo>
                <a:lnTo>
                  <a:pt x="0" y="367616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695800">
            <a:off x="1290351" y="7186679"/>
            <a:ext cx="4770192" cy="3087615"/>
          </a:xfrm>
          <a:custGeom>
            <a:avLst/>
            <a:gdLst/>
            <a:ahLst/>
            <a:cxnLst/>
            <a:rect r="r" b="b" t="t" l="l"/>
            <a:pathLst>
              <a:path h="3087615" w="4770192">
                <a:moveTo>
                  <a:pt x="0" y="0"/>
                </a:moveTo>
                <a:lnTo>
                  <a:pt x="4770191" y="0"/>
                </a:lnTo>
                <a:lnTo>
                  <a:pt x="4770191" y="3087615"/>
                </a:lnTo>
                <a:lnTo>
                  <a:pt x="0" y="308761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2264510" y="293587"/>
            <a:ext cx="2821872" cy="2693605"/>
          </a:xfrm>
          <a:custGeom>
            <a:avLst/>
            <a:gdLst/>
            <a:ahLst/>
            <a:cxnLst/>
            <a:rect r="r" b="b" t="t" l="l"/>
            <a:pathLst>
              <a:path h="2693605" w="2821872">
                <a:moveTo>
                  <a:pt x="0" y="0"/>
                </a:moveTo>
                <a:lnTo>
                  <a:pt x="2821872" y="0"/>
                </a:lnTo>
                <a:lnTo>
                  <a:pt x="2821872" y="2693605"/>
                </a:lnTo>
                <a:lnTo>
                  <a:pt x="0" y="269360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573857">
            <a:off x="12332926" y="7411292"/>
            <a:ext cx="3268273" cy="2638388"/>
          </a:xfrm>
          <a:custGeom>
            <a:avLst/>
            <a:gdLst/>
            <a:ahLst/>
            <a:cxnLst/>
            <a:rect r="r" b="b" t="t" l="l"/>
            <a:pathLst>
              <a:path h="2638388" w="3268273">
                <a:moveTo>
                  <a:pt x="0" y="0"/>
                </a:moveTo>
                <a:lnTo>
                  <a:pt x="3268272" y="0"/>
                </a:lnTo>
                <a:lnTo>
                  <a:pt x="3268272" y="2638388"/>
                </a:lnTo>
                <a:lnTo>
                  <a:pt x="0" y="263838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4010416" y="2780043"/>
            <a:ext cx="10267167" cy="34913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744"/>
              </a:lnSpc>
              <a:spcBef>
                <a:spcPct val="0"/>
              </a:spcBef>
            </a:pPr>
            <a:r>
              <a:rPr lang="en-US" sz="11454">
                <a:solidFill>
                  <a:srgbClr val="1C3D86"/>
                </a:solidFill>
                <a:latin typeface="Lilita One"/>
                <a:ea typeface="Lilita One"/>
                <a:cs typeface="Lilita One"/>
                <a:sym typeface="Lilita One"/>
              </a:rPr>
              <a:t>LẬP TRÌNH WINDOWS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5420148" y="6781997"/>
            <a:ext cx="7447703" cy="950885"/>
            <a:chOff x="0" y="0"/>
            <a:chExt cx="3183085" cy="4064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183085" cy="406400"/>
            </a:xfrm>
            <a:custGeom>
              <a:avLst/>
              <a:gdLst/>
              <a:ahLst/>
              <a:cxnLst/>
              <a:rect r="r" b="b" t="t" l="l"/>
              <a:pathLst>
                <a:path h="406400" w="3183085">
                  <a:moveTo>
                    <a:pt x="2979885" y="0"/>
                  </a:moveTo>
                  <a:cubicBezTo>
                    <a:pt x="3092109" y="0"/>
                    <a:pt x="3183085" y="90976"/>
                    <a:pt x="3183085" y="203200"/>
                  </a:cubicBezTo>
                  <a:cubicBezTo>
                    <a:pt x="3183085" y="315424"/>
                    <a:pt x="3092109" y="406400"/>
                    <a:pt x="2979885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  <a:ln w="66675" cap="sq">
              <a:solidFill>
                <a:srgbClr val="1C3D86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3183085" cy="444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10730121" y="1253826"/>
            <a:ext cx="1504614" cy="248945"/>
          </a:xfrm>
          <a:custGeom>
            <a:avLst/>
            <a:gdLst/>
            <a:ahLst/>
            <a:cxnLst/>
            <a:rect r="r" b="b" t="t" l="l"/>
            <a:pathLst>
              <a:path h="248945" w="1504614">
                <a:moveTo>
                  <a:pt x="0" y="0"/>
                </a:moveTo>
                <a:lnTo>
                  <a:pt x="1504614" y="0"/>
                </a:lnTo>
                <a:lnTo>
                  <a:pt x="1504614" y="248945"/>
                </a:lnTo>
                <a:lnTo>
                  <a:pt x="0" y="248945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6798748" y="8903621"/>
            <a:ext cx="1504614" cy="248945"/>
          </a:xfrm>
          <a:custGeom>
            <a:avLst/>
            <a:gdLst/>
            <a:ahLst/>
            <a:cxnLst/>
            <a:rect r="r" b="b" t="t" l="l"/>
            <a:pathLst>
              <a:path h="248945" w="1504614">
                <a:moveTo>
                  <a:pt x="0" y="0"/>
                </a:moveTo>
                <a:lnTo>
                  <a:pt x="1504615" y="0"/>
                </a:lnTo>
                <a:lnTo>
                  <a:pt x="1504615" y="248945"/>
                </a:lnTo>
                <a:lnTo>
                  <a:pt x="0" y="248945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6167549" y="1108561"/>
            <a:ext cx="631200" cy="611690"/>
          </a:xfrm>
          <a:custGeom>
            <a:avLst/>
            <a:gdLst/>
            <a:ahLst/>
            <a:cxnLst/>
            <a:rect r="r" b="b" t="t" l="l"/>
            <a:pathLst>
              <a:path h="611690" w="631200">
                <a:moveTo>
                  <a:pt x="0" y="0"/>
                </a:moveTo>
                <a:lnTo>
                  <a:pt x="631199" y="0"/>
                </a:lnTo>
                <a:lnTo>
                  <a:pt x="631199" y="611689"/>
                </a:lnTo>
                <a:lnTo>
                  <a:pt x="0" y="611689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0967099" y="8581312"/>
            <a:ext cx="631200" cy="611690"/>
          </a:xfrm>
          <a:custGeom>
            <a:avLst/>
            <a:gdLst/>
            <a:ahLst/>
            <a:cxnLst/>
            <a:rect r="r" b="b" t="t" l="l"/>
            <a:pathLst>
              <a:path h="611690" w="631200">
                <a:moveTo>
                  <a:pt x="0" y="0"/>
                </a:moveTo>
                <a:lnTo>
                  <a:pt x="631200" y="0"/>
                </a:lnTo>
                <a:lnTo>
                  <a:pt x="631200" y="611690"/>
                </a:lnTo>
                <a:lnTo>
                  <a:pt x="0" y="611690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5627093" y="6984476"/>
            <a:ext cx="7033813" cy="10918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6"/>
              </a:lnSpc>
            </a:pPr>
            <a:r>
              <a:rPr lang="en-US" sz="3605">
                <a:solidFill>
                  <a:srgbClr val="1C3D86"/>
                </a:solidFill>
                <a:latin typeface="Varela Round"/>
                <a:ea typeface="Varela Round"/>
                <a:cs typeface="Varela Round"/>
                <a:sym typeface="Varela Round"/>
              </a:rPr>
              <a:t>Khoa Công Nghệ Thông Tin </a:t>
            </a:r>
          </a:p>
          <a:p>
            <a:pPr algn="ctr">
              <a:lnSpc>
                <a:spcPts val="4326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3955719" y="-5233061"/>
            <a:ext cx="10376561" cy="20753122"/>
          </a:xfrm>
          <a:custGeom>
            <a:avLst/>
            <a:gdLst/>
            <a:ahLst/>
            <a:cxnLst/>
            <a:rect r="r" b="b" t="t" l="l"/>
            <a:pathLst>
              <a:path h="20753122" w="10376561">
                <a:moveTo>
                  <a:pt x="0" y="0"/>
                </a:moveTo>
                <a:lnTo>
                  <a:pt x="10376562" y="0"/>
                </a:lnTo>
                <a:lnTo>
                  <a:pt x="10376562" y="20753122"/>
                </a:lnTo>
                <a:lnTo>
                  <a:pt x="0" y="207531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2474248" y="2603921"/>
            <a:ext cx="13736990" cy="4689989"/>
            <a:chOff x="0" y="0"/>
            <a:chExt cx="3617973" cy="12352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617973" cy="1235223"/>
            </a:xfrm>
            <a:custGeom>
              <a:avLst/>
              <a:gdLst/>
              <a:ahLst/>
              <a:cxnLst/>
              <a:rect r="r" b="b" t="t" l="l"/>
              <a:pathLst>
                <a:path h="1235223" w="3617973">
                  <a:moveTo>
                    <a:pt x="12399" y="0"/>
                  </a:moveTo>
                  <a:lnTo>
                    <a:pt x="3605574" y="0"/>
                  </a:lnTo>
                  <a:cubicBezTo>
                    <a:pt x="3612421" y="0"/>
                    <a:pt x="3617973" y="5551"/>
                    <a:pt x="3617973" y="12399"/>
                  </a:cubicBezTo>
                  <a:lnTo>
                    <a:pt x="3617973" y="1222825"/>
                  </a:lnTo>
                  <a:cubicBezTo>
                    <a:pt x="3617973" y="1229672"/>
                    <a:pt x="3612421" y="1235223"/>
                    <a:pt x="3605574" y="1235223"/>
                  </a:cubicBezTo>
                  <a:lnTo>
                    <a:pt x="12399" y="1235223"/>
                  </a:lnTo>
                  <a:cubicBezTo>
                    <a:pt x="9110" y="1235223"/>
                    <a:pt x="5957" y="1233917"/>
                    <a:pt x="3632" y="1231592"/>
                  </a:cubicBezTo>
                  <a:cubicBezTo>
                    <a:pt x="1306" y="1229267"/>
                    <a:pt x="0" y="1226113"/>
                    <a:pt x="0" y="1222825"/>
                  </a:cubicBezTo>
                  <a:lnTo>
                    <a:pt x="0" y="12399"/>
                  </a:lnTo>
                  <a:cubicBezTo>
                    <a:pt x="0" y="5551"/>
                    <a:pt x="5551" y="0"/>
                    <a:pt x="12399" y="0"/>
                  </a:cubicBezTo>
                  <a:close/>
                </a:path>
              </a:pathLst>
            </a:custGeom>
            <a:solidFill>
              <a:srgbClr val="FFFFFF"/>
            </a:solidFill>
            <a:ln w="66675" cap="rnd">
              <a:solidFill>
                <a:srgbClr val="1C3D86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3617973" cy="12733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TP (True Positive) – Đúng kiểu Dương tính</a:t>
              </a:r>
            </a:p>
            <a:p>
              <a:pPr algn="ctr" marL="410209" indent="-205105" lvl="1">
                <a:lnSpc>
                  <a:spcPts val="2659"/>
                </a:lnSpc>
                <a:buFont typeface="Arial"/>
                <a:buChar char="•"/>
              </a:pPr>
              <a:r>
                <a:rPr lang="en-US" sz="1899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Cách dịch: AI đoán là Positive (Có bệnh), và thực tế chứng minh AI đã đoán True (Đúng).</a:t>
              </a:r>
            </a:p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1365716">
            <a:off x="-12242" y="1558425"/>
            <a:ext cx="3119438" cy="3102422"/>
          </a:xfrm>
          <a:custGeom>
            <a:avLst/>
            <a:gdLst/>
            <a:ahLst/>
            <a:cxnLst/>
            <a:rect r="r" b="b" t="t" l="l"/>
            <a:pathLst>
              <a:path h="3102422" w="3119438">
                <a:moveTo>
                  <a:pt x="0" y="0"/>
                </a:moveTo>
                <a:lnTo>
                  <a:pt x="3119437" y="0"/>
                </a:lnTo>
                <a:lnTo>
                  <a:pt x="3119437" y="3102423"/>
                </a:lnTo>
                <a:lnTo>
                  <a:pt x="0" y="31024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1409927">
            <a:off x="15498369" y="5282412"/>
            <a:ext cx="3017828" cy="3039937"/>
          </a:xfrm>
          <a:custGeom>
            <a:avLst/>
            <a:gdLst/>
            <a:ahLst/>
            <a:cxnLst/>
            <a:rect r="r" b="b" t="t" l="l"/>
            <a:pathLst>
              <a:path h="3039937" w="3017828">
                <a:moveTo>
                  <a:pt x="0" y="0"/>
                </a:moveTo>
                <a:lnTo>
                  <a:pt x="3017829" y="0"/>
                </a:lnTo>
                <a:lnTo>
                  <a:pt x="3017829" y="3039937"/>
                </a:lnTo>
                <a:lnTo>
                  <a:pt x="0" y="303993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247497" y="1720250"/>
            <a:ext cx="1504614" cy="248945"/>
          </a:xfrm>
          <a:custGeom>
            <a:avLst/>
            <a:gdLst/>
            <a:ahLst/>
            <a:cxnLst/>
            <a:rect r="r" b="b" t="t" l="l"/>
            <a:pathLst>
              <a:path h="248945" w="1504614">
                <a:moveTo>
                  <a:pt x="0" y="0"/>
                </a:moveTo>
                <a:lnTo>
                  <a:pt x="1504614" y="0"/>
                </a:lnTo>
                <a:lnTo>
                  <a:pt x="1504614" y="248946"/>
                </a:lnTo>
                <a:lnTo>
                  <a:pt x="0" y="2489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85233" y="8548999"/>
            <a:ext cx="1504614" cy="248945"/>
          </a:xfrm>
          <a:custGeom>
            <a:avLst/>
            <a:gdLst/>
            <a:ahLst/>
            <a:cxnLst/>
            <a:rect r="r" b="b" t="t" l="l"/>
            <a:pathLst>
              <a:path h="248945" w="1504614">
                <a:moveTo>
                  <a:pt x="0" y="0"/>
                </a:moveTo>
                <a:lnTo>
                  <a:pt x="1504614" y="0"/>
                </a:lnTo>
                <a:lnTo>
                  <a:pt x="1504614" y="248945"/>
                </a:lnTo>
                <a:lnTo>
                  <a:pt x="0" y="24894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931897" y="3540994"/>
            <a:ext cx="631200" cy="611690"/>
          </a:xfrm>
          <a:custGeom>
            <a:avLst/>
            <a:gdLst/>
            <a:ahLst/>
            <a:cxnLst/>
            <a:rect r="r" b="b" t="t" l="l"/>
            <a:pathLst>
              <a:path h="611690" w="631200">
                <a:moveTo>
                  <a:pt x="0" y="0"/>
                </a:moveTo>
                <a:lnTo>
                  <a:pt x="631199" y="0"/>
                </a:lnTo>
                <a:lnTo>
                  <a:pt x="631199" y="611690"/>
                </a:lnTo>
                <a:lnTo>
                  <a:pt x="0" y="61169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2474248" y="6190690"/>
            <a:ext cx="631200" cy="611690"/>
          </a:xfrm>
          <a:custGeom>
            <a:avLst/>
            <a:gdLst/>
            <a:ahLst/>
            <a:cxnLst/>
            <a:rect r="r" b="b" t="t" l="l"/>
            <a:pathLst>
              <a:path h="611690" w="631200">
                <a:moveTo>
                  <a:pt x="0" y="0"/>
                </a:moveTo>
                <a:lnTo>
                  <a:pt x="631199" y="0"/>
                </a:lnTo>
                <a:lnTo>
                  <a:pt x="631199" y="611690"/>
                </a:lnTo>
                <a:lnTo>
                  <a:pt x="0" y="61169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4079579" y="1425603"/>
            <a:ext cx="9878185" cy="13411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22"/>
              </a:lnSpc>
              <a:spcBef>
                <a:spcPct val="0"/>
              </a:spcBef>
            </a:pPr>
            <a:r>
              <a:rPr lang="en-US" sz="8768">
                <a:solidFill>
                  <a:srgbClr val="1C3D86"/>
                </a:solidFill>
                <a:latin typeface="Lilita One"/>
                <a:ea typeface="Lilita One"/>
                <a:cs typeface="Lilita One"/>
                <a:sym typeface="Lilita One"/>
              </a:rPr>
              <a:t>TALBES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789847" y="3666173"/>
            <a:ext cx="13421390" cy="2887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300">
                <a:solidFill>
                  <a:srgbClr val="1C3D86"/>
                </a:solidFill>
                <a:latin typeface="Noto Sans"/>
                <a:ea typeface="Noto Sans"/>
                <a:cs typeface="Noto Sans"/>
                <a:sym typeface="Noto Sans"/>
              </a:rPr>
              <a:t>Sinh viên (Student): Lưu thông tin cá nhân. </a:t>
            </a:r>
          </a:p>
          <a:p>
            <a:pPr algn="ctr">
              <a:lnSpc>
                <a:spcPts val="4620"/>
              </a:lnSpc>
            </a:pPr>
            <a:r>
              <a:rPr lang="en-US" sz="3300">
                <a:solidFill>
                  <a:srgbClr val="1C3D86"/>
                </a:solidFill>
                <a:latin typeface="Noto Sans"/>
                <a:ea typeface="Noto Sans"/>
                <a:cs typeface="Noto Sans"/>
                <a:sym typeface="Noto Sans"/>
              </a:rPr>
              <a:t>Phòng (Room): Loại phòng, số lượng, trạng thái, giá phòng. </a:t>
            </a:r>
          </a:p>
          <a:p>
            <a:pPr algn="ctr">
              <a:lnSpc>
                <a:spcPts val="4620"/>
              </a:lnSpc>
            </a:pPr>
            <a:r>
              <a:rPr lang="en-US" sz="3300">
                <a:solidFill>
                  <a:srgbClr val="1C3D86"/>
                </a:solidFill>
                <a:latin typeface="Noto Sans"/>
                <a:ea typeface="Noto Sans"/>
                <a:cs typeface="Noto Sans"/>
                <a:sym typeface="Noto Sans"/>
              </a:rPr>
              <a:t>Hợp đồng </a:t>
            </a:r>
            <a:r>
              <a:rPr lang="en-US" sz="3300">
                <a:solidFill>
                  <a:srgbClr val="1C3D86"/>
                </a:solidFill>
                <a:latin typeface="Noto Sans"/>
                <a:ea typeface="Noto Sans"/>
                <a:cs typeface="Noto Sans"/>
                <a:sym typeface="Noto Sans"/>
              </a:rPr>
              <a:t>(</a:t>
            </a:r>
            <a:r>
              <a:rPr lang="en-US" sz="3300">
                <a:solidFill>
                  <a:srgbClr val="1C3D86"/>
                </a:solidFill>
                <a:latin typeface="Noto Sans"/>
                <a:ea typeface="Noto Sans"/>
                <a:cs typeface="Noto Sans"/>
                <a:sym typeface="Noto Sans"/>
              </a:rPr>
              <a:t>Co</a:t>
            </a:r>
            <a:r>
              <a:rPr lang="en-US" sz="3300">
                <a:solidFill>
                  <a:srgbClr val="1C3D86"/>
                </a:solidFill>
                <a:latin typeface="Noto Sans"/>
                <a:ea typeface="Noto Sans"/>
                <a:cs typeface="Noto Sans"/>
                <a:sym typeface="Noto Sans"/>
              </a:rPr>
              <a:t>n</a:t>
            </a:r>
            <a:r>
              <a:rPr lang="en-US" sz="3300">
                <a:solidFill>
                  <a:srgbClr val="1C3D86"/>
                </a:solidFill>
                <a:latin typeface="Noto Sans"/>
                <a:ea typeface="Noto Sans"/>
                <a:cs typeface="Noto Sans"/>
                <a:sym typeface="Noto Sans"/>
              </a:rPr>
              <a:t>tract): Cầ</a:t>
            </a:r>
            <a:r>
              <a:rPr lang="en-US" sz="3300">
                <a:solidFill>
                  <a:srgbClr val="1C3D86"/>
                </a:solidFill>
                <a:latin typeface="Noto Sans"/>
                <a:ea typeface="Noto Sans"/>
                <a:cs typeface="Noto Sans"/>
                <a:sym typeface="Noto Sans"/>
              </a:rPr>
              <a:t>u</a:t>
            </a:r>
            <a:r>
              <a:rPr lang="en-US" sz="3300">
                <a:solidFill>
                  <a:srgbClr val="1C3D86"/>
                </a:solidFill>
                <a:latin typeface="Noto Sans"/>
                <a:ea typeface="Noto Sans"/>
                <a:cs typeface="Noto Sans"/>
                <a:sym typeface="Noto Sans"/>
              </a:rPr>
              <a:t> nố</a:t>
            </a:r>
            <a:r>
              <a:rPr lang="en-US" sz="3300">
                <a:solidFill>
                  <a:srgbClr val="1C3D86"/>
                </a:solidFill>
                <a:latin typeface="Noto Sans"/>
                <a:ea typeface="Noto Sans"/>
                <a:cs typeface="Noto Sans"/>
                <a:sym typeface="Noto Sans"/>
              </a:rPr>
              <a:t>i r</a:t>
            </a:r>
            <a:r>
              <a:rPr lang="en-US" sz="3300">
                <a:solidFill>
                  <a:srgbClr val="1C3D86"/>
                </a:solidFill>
                <a:latin typeface="Noto Sans"/>
                <a:ea typeface="Noto Sans"/>
                <a:cs typeface="Noto Sans"/>
                <a:sym typeface="Noto Sans"/>
              </a:rPr>
              <a:t>à</a:t>
            </a:r>
            <a:r>
              <a:rPr lang="en-US" sz="3300">
                <a:solidFill>
                  <a:srgbClr val="1C3D86"/>
                </a:solidFill>
                <a:latin typeface="Noto Sans"/>
                <a:ea typeface="Noto Sans"/>
                <a:cs typeface="Noto Sans"/>
                <a:sym typeface="Noto Sans"/>
              </a:rPr>
              <a:t>n</a:t>
            </a:r>
            <a:r>
              <a:rPr lang="en-US" sz="3300">
                <a:solidFill>
                  <a:srgbClr val="1C3D86"/>
                </a:solidFill>
                <a:latin typeface="Noto Sans"/>
                <a:ea typeface="Noto Sans"/>
                <a:cs typeface="Noto Sans"/>
                <a:sym typeface="Noto Sans"/>
              </a:rPr>
              <a:t>g buộc g</a:t>
            </a:r>
            <a:r>
              <a:rPr lang="en-US" sz="3300">
                <a:solidFill>
                  <a:srgbClr val="1C3D86"/>
                </a:solidFill>
                <a:latin typeface="Noto Sans"/>
                <a:ea typeface="Noto Sans"/>
                <a:cs typeface="Noto Sans"/>
                <a:sym typeface="Noto Sans"/>
              </a:rPr>
              <a:t>i</a:t>
            </a:r>
            <a:r>
              <a:rPr lang="en-US" sz="3300">
                <a:solidFill>
                  <a:srgbClr val="1C3D86"/>
                </a:solidFill>
                <a:latin typeface="Noto Sans"/>
                <a:ea typeface="Noto Sans"/>
                <a:cs typeface="Noto Sans"/>
                <a:sym typeface="Noto Sans"/>
              </a:rPr>
              <a:t>ữa Sinh viên và Phò</a:t>
            </a:r>
            <a:r>
              <a:rPr lang="en-US" sz="3300">
                <a:solidFill>
                  <a:srgbClr val="1C3D86"/>
                </a:solidFill>
                <a:latin typeface="Noto Sans"/>
                <a:ea typeface="Noto Sans"/>
                <a:cs typeface="Noto Sans"/>
                <a:sym typeface="Noto Sans"/>
              </a:rPr>
              <a:t>ng.</a:t>
            </a:r>
            <a:r>
              <a:rPr lang="en-US" sz="3300">
                <a:solidFill>
                  <a:srgbClr val="1C3D86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</a:p>
          <a:p>
            <a:pPr algn="ctr">
              <a:lnSpc>
                <a:spcPts val="4620"/>
              </a:lnSpc>
            </a:pPr>
            <a:r>
              <a:rPr lang="en-US" sz="3300">
                <a:solidFill>
                  <a:srgbClr val="1C3D86"/>
                </a:solidFill>
                <a:latin typeface="Noto Sans"/>
                <a:ea typeface="Noto Sans"/>
                <a:cs typeface="Noto Sans"/>
                <a:sym typeface="Noto Sans"/>
              </a:rPr>
              <a:t>Nhân viên (Staff): Quản lý, vận hành và phân quyền hệ thống. </a:t>
            </a:r>
          </a:p>
          <a:p>
            <a:pPr algn="ctr">
              <a:lnSpc>
                <a:spcPts val="4620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3955719" y="-5233061"/>
            <a:ext cx="10376561" cy="20753122"/>
          </a:xfrm>
          <a:custGeom>
            <a:avLst/>
            <a:gdLst/>
            <a:ahLst/>
            <a:cxnLst/>
            <a:rect r="r" b="b" t="t" l="l"/>
            <a:pathLst>
              <a:path h="20753122" w="10376561">
                <a:moveTo>
                  <a:pt x="0" y="0"/>
                </a:moveTo>
                <a:lnTo>
                  <a:pt x="10376562" y="0"/>
                </a:lnTo>
                <a:lnTo>
                  <a:pt x="10376562" y="20753122"/>
                </a:lnTo>
                <a:lnTo>
                  <a:pt x="0" y="207531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1365716">
            <a:off x="-12242" y="1558425"/>
            <a:ext cx="3119438" cy="3102422"/>
          </a:xfrm>
          <a:custGeom>
            <a:avLst/>
            <a:gdLst/>
            <a:ahLst/>
            <a:cxnLst/>
            <a:rect r="r" b="b" t="t" l="l"/>
            <a:pathLst>
              <a:path h="3102422" w="3119438">
                <a:moveTo>
                  <a:pt x="0" y="0"/>
                </a:moveTo>
                <a:lnTo>
                  <a:pt x="3119437" y="0"/>
                </a:lnTo>
                <a:lnTo>
                  <a:pt x="3119437" y="3102423"/>
                </a:lnTo>
                <a:lnTo>
                  <a:pt x="0" y="31024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409927">
            <a:off x="15498369" y="5282412"/>
            <a:ext cx="3017828" cy="3039937"/>
          </a:xfrm>
          <a:custGeom>
            <a:avLst/>
            <a:gdLst/>
            <a:ahLst/>
            <a:cxnLst/>
            <a:rect r="r" b="b" t="t" l="l"/>
            <a:pathLst>
              <a:path h="3039937" w="3017828">
                <a:moveTo>
                  <a:pt x="0" y="0"/>
                </a:moveTo>
                <a:lnTo>
                  <a:pt x="3017829" y="0"/>
                </a:lnTo>
                <a:lnTo>
                  <a:pt x="3017829" y="3039937"/>
                </a:lnTo>
                <a:lnTo>
                  <a:pt x="0" y="303993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247497" y="1720250"/>
            <a:ext cx="1504614" cy="248945"/>
          </a:xfrm>
          <a:custGeom>
            <a:avLst/>
            <a:gdLst/>
            <a:ahLst/>
            <a:cxnLst/>
            <a:rect r="r" b="b" t="t" l="l"/>
            <a:pathLst>
              <a:path h="248945" w="1504614">
                <a:moveTo>
                  <a:pt x="0" y="0"/>
                </a:moveTo>
                <a:lnTo>
                  <a:pt x="1504614" y="0"/>
                </a:lnTo>
                <a:lnTo>
                  <a:pt x="1504614" y="248946"/>
                </a:lnTo>
                <a:lnTo>
                  <a:pt x="0" y="2489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85233" y="8548999"/>
            <a:ext cx="1504614" cy="248945"/>
          </a:xfrm>
          <a:custGeom>
            <a:avLst/>
            <a:gdLst/>
            <a:ahLst/>
            <a:cxnLst/>
            <a:rect r="r" b="b" t="t" l="l"/>
            <a:pathLst>
              <a:path h="248945" w="1504614">
                <a:moveTo>
                  <a:pt x="0" y="0"/>
                </a:moveTo>
                <a:lnTo>
                  <a:pt x="1504614" y="0"/>
                </a:lnTo>
                <a:lnTo>
                  <a:pt x="1504614" y="248945"/>
                </a:lnTo>
                <a:lnTo>
                  <a:pt x="0" y="24894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4931897" y="3540994"/>
            <a:ext cx="631200" cy="611690"/>
          </a:xfrm>
          <a:custGeom>
            <a:avLst/>
            <a:gdLst/>
            <a:ahLst/>
            <a:cxnLst/>
            <a:rect r="r" b="b" t="t" l="l"/>
            <a:pathLst>
              <a:path h="611690" w="631200">
                <a:moveTo>
                  <a:pt x="0" y="0"/>
                </a:moveTo>
                <a:lnTo>
                  <a:pt x="631199" y="0"/>
                </a:lnTo>
                <a:lnTo>
                  <a:pt x="631199" y="611690"/>
                </a:lnTo>
                <a:lnTo>
                  <a:pt x="0" y="61169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2474248" y="6190690"/>
            <a:ext cx="631200" cy="611690"/>
          </a:xfrm>
          <a:custGeom>
            <a:avLst/>
            <a:gdLst/>
            <a:ahLst/>
            <a:cxnLst/>
            <a:rect r="r" b="b" t="t" l="l"/>
            <a:pathLst>
              <a:path h="611690" w="631200">
                <a:moveTo>
                  <a:pt x="0" y="0"/>
                </a:moveTo>
                <a:lnTo>
                  <a:pt x="631199" y="0"/>
                </a:lnTo>
                <a:lnTo>
                  <a:pt x="631199" y="611690"/>
                </a:lnTo>
                <a:lnTo>
                  <a:pt x="0" y="61169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3860146" y="1345235"/>
            <a:ext cx="10317052" cy="7596531"/>
          </a:xfrm>
          <a:custGeom>
            <a:avLst/>
            <a:gdLst/>
            <a:ahLst/>
            <a:cxnLst/>
            <a:rect r="r" b="b" t="t" l="l"/>
            <a:pathLst>
              <a:path h="7596531" w="10317052">
                <a:moveTo>
                  <a:pt x="0" y="0"/>
                </a:moveTo>
                <a:lnTo>
                  <a:pt x="10317052" y="0"/>
                </a:lnTo>
                <a:lnTo>
                  <a:pt x="10317052" y="7596530"/>
                </a:lnTo>
                <a:lnTo>
                  <a:pt x="0" y="759653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3955719" y="-5233061"/>
            <a:ext cx="10376561" cy="20753122"/>
          </a:xfrm>
          <a:custGeom>
            <a:avLst/>
            <a:gdLst/>
            <a:ahLst/>
            <a:cxnLst/>
            <a:rect r="r" b="b" t="t" l="l"/>
            <a:pathLst>
              <a:path h="20753122" w="10376561">
                <a:moveTo>
                  <a:pt x="0" y="0"/>
                </a:moveTo>
                <a:lnTo>
                  <a:pt x="10376562" y="0"/>
                </a:lnTo>
                <a:lnTo>
                  <a:pt x="10376562" y="20753122"/>
                </a:lnTo>
                <a:lnTo>
                  <a:pt x="0" y="207531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1365716">
            <a:off x="-12242" y="1558425"/>
            <a:ext cx="3119438" cy="3102422"/>
          </a:xfrm>
          <a:custGeom>
            <a:avLst/>
            <a:gdLst/>
            <a:ahLst/>
            <a:cxnLst/>
            <a:rect r="r" b="b" t="t" l="l"/>
            <a:pathLst>
              <a:path h="3102422" w="3119438">
                <a:moveTo>
                  <a:pt x="0" y="0"/>
                </a:moveTo>
                <a:lnTo>
                  <a:pt x="3119437" y="0"/>
                </a:lnTo>
                <a:lnTo>
                  <a:pt x="3119437" y="3102423"/>
                </a:lnTo>
                <a:lnTo>
                  <a:pt x="0" y="31024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409927">
            <a:off x="15498369" y="5282412"/>
            <a:ext cx="3017828" cy="3039937"/>
          </a:xfrm>
          <a:custGeom>
            <a:avLst/>
            <a:gdLst/>
            <a:ahLst/>
            <a:cxnLst/>
            <a:rect r="r" b="b" t="t" l="l"/>
            <a:pathLst>
              <a:path h="3039937" w="3017828">
                <a:moveTo>
                  <a:pt x="0" y="0"/>
                </a:moveTo>
                <a:lnTo>
                  <a:pt x="3017829" y="0"/>
                </a:lnTo>
                <a:lnTo>
                  <a:pt x="3017829" y="3039937"/>
                </a:lnTo>
                <a:lnTo>
                  <a:pt x="0" y="303993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247497" y="1720250"/>
            <a:ext cx="1504614" cy="248945"/>
          </a:xfrm>
          <a:custGeom>
            <a:avLst/>
            <a:gdLst/>
            <a:ahLst/>
            <a:cxnLst/>
            <a:rect r="r" b="b" t="t" l="l"/>
            <a:pathLst>
              <a:path h="248945" w="1504614">
                <a:moveTo>
                  <a:pt x="0" y="0"/>
                </a:moveTo>
                <a:lnTo>
                  <a:pt x="1504614" y="0"/>
                </a:lnTo>
                <a:lnTo>
                  <a:pt x="1504614" y="248946"/>
                </a:lnTo>
                <a:lnTo>
                  <a:pt x="0" y="2489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85233" y="8548999"/>
            <a:ext cx="1504614" cy="248945"/>
          </a:xfrm>
          <a:custGeom>
            <a:avLst/>
            <a:gdLst/>
            <a:ahLst/>
            <a:cxnLst/>
            <a:rect r="r" b="b" t="t" l="l"/>
            <a:pathLst>
              <a:path h="248945" w="1504614">
                <a:moveTo>
                  <a:pt x="0" y="0"/>
                </a:moveTo>
                <a:lnTo>
                  <a:pt x="1504614" y="0"/>
                </a:lnTo>
                <a:lnTo>
                  <a:pt x="1504614" y="248945"/>
                </a:lnTo>
                <a:lnTo>
                  <a:pt x="0" y="24894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4931897" y="3540994"/>
            <a:ext cx="631200" cy="611690"/>
          </a:xfrm>
          <a:custGeom>
            <a:avLst/>
            <a:gdLst/>
            <a:ahLst/>
            <a:cxnLst/>
            <a:rect r="r" b="b" t="t" l="l"/>
            <a:pathLst>
              <a:path h="611690" w="631200">
                <a:moveTo>
                  <a:pt x="0" y="0"/>
                </a:moveTo>
                <a:lnTo>
                  <a:pt x="631199" y="0"/>
                </a:lnTo>
                <a:lnTo>
                  <a:pt x="631199" y="611690"/>
                </a:lnTo>
                <a:lnTo>
                  <a:pt x="0" y="61169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2474248" y="6190690"/>
            <a:ext cx="631200" cy="611690"/>
          </a:xfrm>
          <a:custGeom>
            <a:avLst/>
            <a:gdLst/>
            <a:ahLst/>
            <a:cxnLst/>
            <a:rect r="r" b="b" t="t" l="l"/>
            <a:pathLst>
              <a:path h="611690" w="631200">
                <a:moveTo>
                  <a:pt x="0" y="0"/>
                </a:moveTo>
                <a:lnTo>
                  <a:pt x="631199" y="0"/>
                </a:lnTo>
                <a:lnTo>
                  <a:pt x="631199" y="611690"/>
                </a:lnTo>
                <a:lnTo>
                  <a:pt x="0" y="61169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7467064" y="3328861"/>
            <a:ext cx="6572380" cy="4965798"/>
          </a:xfrm>
          <a:custGeom>
            <a:avLst/>
            <a:gdLst/>
            <a:ahLst/>
            <a:cxnLst/>
            <a:rect r="r" b="b" t="t" l="l"/>
            <a:pathLst>
              <a:path h="4965798" w="6572380">
                <a:moveTo>
                  <a:pt x="0" y="0"/>
                </a:moveTo>
                <a:lnTo>
                  <a:pt x="6572380" y="0"/>
                </a:lnTo>
                <a:lnTo>
                  <a:pt x="6572380" y="4965798"/>
                </a:lnTo>
                <a:lnTo>
                  <a:pt x="0" y="4965798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547476" y="3478098"/>
            <a:ext cx="5919587" cy="5070901"/>
          </a:xfrm>
          <a:custGeom>
            <a:avLst/>
            <a:gdLst/>
            <a:ahLst/>
            <a:cxnLst/>
            <a:rect r="r" b="b" t="t" l="l"/>
            <a:pathLst>
              <a:path h="5070901" w="5919587">
                <a:moveTo>
                  <a:pt x="0" y="0"/>
                </a:moveTo>
                <a:lnTo>
                  <a:pt x="5919588" y="0"/>
                </a:lnTo>
                <a:lnTo>
                  <a:pt x="5919588" y="5070901"/>
                </a:lnTo>
                <a:lnTo>
                  <a:pt x="0" y="507090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3955719" y="-5233061"/>
            <a:ext cx="10376561" cy="20753122"/>
          </a:xfrm>
          <a:custGeom>
            <a:avLst/>
            <a:gdLst/>
            <a:ahLst/>
            <a:cxnLst/>
            <a:rect r="r" b="b" t="t" l="l"/>
            <a:pathLst>
              <a:path h="20753122" w="10376561">
                <a:moveTo>
                  <a:pt x="0" y="0"/>
                </a:moveTo>
                <a:lnTo>
                  <a:pt x="10376562" y="0"/>
                </a:lnTo>
                <a:lnTo>
                  <a:pt x="10376562" y="20753122"/>
                </a:lnTo>
                <a:lnTo>
                  <a:pt x="0" y="207531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1365716">
            <a:off x="-12242" y="1558425"/>
            <a:ext cx="3119438" cy="3102422"/>
          </a:xfrm>
          <a:custGeom>
            <a:avLst/>
            <a:gdLst/>
            <a:ahLst/>
            <a:cxnLst/>
            <a:rect r="r" b="b" t="t" l="l"/>
            <a:pathLst>
              <a:path h="3102422" w="3119438">
                <a:moveTo>
                  <a:pt x="0" y="0"/>
                </a:moveTo>
                <a:lnTo>
                  <a:pt x="3119437" y="0"/>
                </a:lnTo>
                <a:lnTo>
                  <a:pt x="3119437" y="3102423"/>
                </a:lnTo>
                <a:lnTo>
                  <a:pt x="0" y="31024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409927">
            <a:off x="15498369" y="5282412"/>
            <a:ext cx="3017828" cy="3039937"/>
          </a:xfrm>
          <a:custGeom>
            <a:avLst/>
            <a:gdLst/>
            <a:ahLst/>
            <a:cxnLst/>
            <a:rect r="r" b="b" t="t" l="l"/>
            <a:pathLst>
              <a:path h="3039937" w="3017828">
                <a:moveTo>
                  <a:pt x="0" y="0"/>
                </a:moveTo>
                <a:lnTo>
                  <a:pt x="3017829" y="0"/>
                </a:lnTo>
                <a:lnTo>
                  <a:pt x="3017829" y="3039937"/>
                </a:lnTo>
                <a:lnTo>
                  <a:pt x="0" y="303993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247497" y="1720250"/>
            <a:ext cx="1504614" cy="248945"/>
          </a:xfrm>
          <a:custGeom>
            <a:avLst/>
            <a:gdLst/>
            <a:ahLst/>
            <a:cxnLst/>
            <a:rect r="r" b="b" t="t" l="l"/>
            <a:pathLst>
              <a:path h="248945" w="1504614">
                <a:moveTo>
                  <a:pt x="0" y="0"/>
                </a:moveTo>
                <a:lnTo>
                  <a:pt x="1504614" y="0"/>
                </a:lnTo>
                <a:lnTo>
                  <a:pt x="1504614" y="248946"/>
                </a:lnTo>
                <a:lnTo>
                  <a:pt x="0" y="2489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85233" y="8548999"/>
            <a:ext cx="1504614" cy="248945"/>
          </a:xfrm>
          <a:custGeom>
            <a:avLst/>
            <a:gdLst/>
            <a:ahLst/>
            <a:cxnLst/>
            <a:rect r="r" b="b" t="t" l="l"/>
            <a:pathLst>
              <a:path h="248945" w="1504614">
                <a:moveTo>
                  <a:pt x="0" y="0"/>
                </a:moveTo>
                <a:lnTo>
                  <a:pt x="1504614" y="0"/>
                </a:lnTo>
                <a:lnTo>
                  <a:pt x="1504614" y="248945"/>
                </a:lnTo>
                <a:lnTo>
                  <a:pt x="0" y="24894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4931897" y="3540994"/>
            <a:ext cx="631200" cy="611690"/>
          </a:xfrm>
          <a:custGeom>
            <a:avLst/>
            <a:gdLst/>
            <a:ahLst/>
            <a:cxnLst/>
            <a:rect r="r" b="b" t="t" l="l"/>
            <a:pathLst>
              <a:path h="611690" w="631200">
                <a:moveTo>
                  <a:pt x="0" y="0"/>
                </a:moveTo>
                <a:lnTo>
                  <a:pt x="631199" y="0"/>
                </a:lnTo>
                <a:lnTo>
                  <a:pt x="631199" y="611690"/>
                </a:lnTo>
                <a:lnTo>
                  <a:pt x="0" y="61169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2474248" y="6190690"/>
            <a:ext cx="631200" cy="611690"/>
          </a:xfrm>
          <a:custGeom>
            <a:avLst/>
            <a:gdLst/>
            <a:ahLst/>
            <a:cxnLst/>
            <a:rect r="r" b="b" t="t" l="l"/>
            <a:pathLst>
              <a:path h="611690" w="631200">
                <a:moveTo>
                  <a:pt x="0" y="0"/>
                </a:moveTo>
                <a:lnTo>
                  <a:pt x="631199" y="0"/>
                </a:lnTo>
                <a:lnTo>
                  <a:pt x="631199" y="611690"/>
                </a:lnTo>
                <a:lnTo>
                  <a:pt x="0" y="61169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8698209" y="3336396"/>
            <a:ext cx="6549288" cy="5029317"/>
          </a:xfrm>
          <a:custGeom>
            <a:avLst/>
            <a:gdLst/>
            <a:ahLst/>
            <a:cxnLst/>
            <a:rect r="r" b="b" t="t" l="l"/>
            <a:pathLst>
              <a:path h="5029317" w="6549288">
                <a:moveTo>
                  <a:pt x="0" y="0"/>
                </a:moveTo>
                <a:lnTo>
                  <a:pt x="6549288" y="0"/>
                </a:lnTo>
                <a:lnTo>
                  <a:pt x="6549288" y="5029317"/>
                </a:lnTo>
                <a:lnTo>
                  <a:pt x="0" y="502931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2262285" y="3540994"/>
            <a:ext cx="6435924" cy="4935056"/>
          </a:xfrm>
          <a:custGeom>
            <a:avLst/>
            <a:gdLst/>
            <a:ahLst/>
            <a:cxnLst/>
            <a:rect r="r" b="b" t="t" l="l"/>
            <a:pathLst>
              <a:path h="4935056" w="6435924">
                <a:moveTo>
                  <a:pt x="0" y="0"/>
                </a:moveTo>
                <a:lnTo>
                  <a:pt x="6435924" y="0"/>
                </a:lnTo>
                <a:lnTo>
                  <a:pt x="6435924" y="4935056"/>
                </a:lnTo>
                <a:lnTo>
                  <a:pt x="0" y="493505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3955719" y="-5233061"/>
            <a:ext cx="10376561" cy="20753122"/>
          </a:xfrm>
          <a:custGeom>
            <a:avLst/>
            <a:gdLst/>
            <a:ahLst/>
            <a:cxnLst/>
            <a:rect r="r" b="b" t="t" l="l"/>
            <a:pathLst>
              <a:path h="20753122" w="10376561">
                <a:moveTo>
                  <a:pt x="0" y="0"/>
                </a:moveTo>
                <a:lnTo>
                  <a:pt x="10376562" y="0"/>
                </a:lnTo>
                <a:lnTo>
                  <a:pt x="10376562" y="20753122"/>
                </a:lnTo>
                <a:lnTo>
                  <a:pt x="0" y="207531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1365716">
            <a:off x="-12242" y="1558425"/>
            <a:ext cx="3119438" cy="3102422"/>
          </a:xfrm>
          <a:custGeom>
            <a:avLst/>
            <a:gdLst/>
            <a:ahLst/>
            <a:cxnLst/>
            <a:rect r="r" b="b" t="t" l="l"/>
            <a:pathLst>
              <a:path h="3102422" w="3119438">
                <a:moveTo>
                  <a:pt x="0" y="0"/>
                </a:moveTo>
                <a:lnTo>
                  <a:pt x="3119437" y="0"/>
                </a:lnTo>
                <a:lnTo>
                  <a:pt x="3119437" y="3102423"/>
                </a:lnTo>
                <a:lnTo>
                  <a:pt x="0" y="31024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409927">
            <a:off x="15498369" y="5282412"/>
            <a:ext cx="3017828" cy="3039937"/>
          </a:xfrm>
          <a:custGeom>
            <a:avLst/>
            <a:gdLst/>
            <a:ahLst/>
            <a:cxnLst/>
            <a:rect r="r" b="b" t="t" l="l"/>
            <a:pathLst>
              <a:path h="3039937" w="3017828">
                <a:moveTo>
                  <a:pt x="0" y="0"/>
                </a:moveTo>
                <a:lnTo>
                  <a:pt x="3017829" y="0"/>
                </a:lnTo>
                <a:lnTo>
                  <a:pt x="3017829" y="3039937"/>
                </a:lnTo>
                <a:lnTo>
                  <a:pt x="0" y="303993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247497" y="1720250"/>
            <a:ext cx="1504614" cy="248945"/>
          </a:xfrm>
          <a:custGeom>
            <a:avLst/>
            <a:gdLst/>
            <a:ahLst/>
            <a:cxnLst/>
            <a:rect r="r" b="b" t="t" l="l"/>
            <a:pathLst>
              <a:path h="248945" w="1504614">
                <a:moveTo>
                  <a:pt x="0" y="0"/>
                </a:moveTo>
                <a:lnTo>
                  <a:pt x="1504614" y="0"/>
                </a:lnTo>
                <a:lnTo>
                  <a:pt x="1504614" y="248946"/>
                </a:lnTo>
                <a:lnTo>
                  <a:pt x="0" y="2489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85233" y="8548999"/>
            <a:ext cx="1504614" cy="248945"/>
          </a:xfrm>
          <a:custGeom>
            <a:avLst/>
            <a:gdLst/>
            <a:ahLst/>
            <a:cxnLst/>
            <a:rect r="r" b="b" t="t" l="l"/>
            <a:pathLst>
              <a:path h="248945" w="1504614">
                <a:moveTo>
                  <a:pt x="0" y="0"/>
                </a:moveTo>
                <a:lnTo>
                  <a:pt x="1504614" y="0"/>
                </a:lnTo>
                <a:lnTo>
                  <a:pt x="1504614" y="248945"/>
                </a:lnTo>
                <a:lnTo>
                  <a:pt x="0" y="24894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4931897" y="3540994"/>
            <a:ext cx="631200" cy="611690"/>
          </a:xfrm>
          <a:custGeom>
            <a:avLst/>
            <a:gdLst/>
            <a:ahLst/>
            <a:cxnLst/>
            <a:rect r="r" b="b" t="t" l="l"/>
            <a:pathLst>
              <a:path h="611690" w="631200">
                <a:moveTo>
                  <a:pt x="0" y="0"/>
                </a:moveTo>
                <a:lnTo>
                  <a:pt x="631199" y="0"/>
                </a:lnTo>
                <a:lnTo>
                  <a:pt x="631199" y="611690"/>
                </a:lnTo>
                <a:lnTo>
                  <a:pt x="0" y="61169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2474248" y="6190690"/>
            <a:ext cx="631200" cy="611690"/>
          </a:xfrm>
          <a:custGeom>
            <a:avLst/>
            <a:gdLst/>
            <a:ahLst/>
            <a:cxnLst/>
            <a:rect r="r" b="b" t="t" l="l"/>
            <a:pathLst>
              <a:path h="611690" w="631200">
                <a:moveTo>
                  <a:pt x="0" y="0"/>
                </a:moveTo>
                <a:lnTo>
                  <a:pt x="631199" y="0"/>
                </a:lnTo>
                <a:lnTo>
                  <a:pt x="631199" y="611690"/>
                </a:lnTo>
                <a:lnTo>
                  <a:pt x="0" y="61169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8217614" y="3644955"/>
            <a:ext cx="6637854" cy="4990160"/>
          </a:xfrm>
          <a:custGeom>
            <a:avLst/>
            <a:gdLst/>
            <a:ahLst/>
            <a:cxnLst/>
            <a:rect r="r" b="b" t="t" l="l"/>
            <a:pathLst>
              <a:path h="4990160" w="6637854">
                <a:moveTo>
                  <a:pt x="0" y="0"/>
                </a:moveTo>
                <a:lnTo>
                  <a:pt x="6637855" y="0"/>
                </a:lnTo>
                <a:lnTo>
                  <a:pt x="6637855" y="4990160"/>
                </a:lnTo>
                <a:lnTo>
                  <a:pt x="0" y="499016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3105447" y="3644955"/>
            <a:ext cx="5112167" cy="5091470"/>
          </a:xfrm>
          <a:custGeom>
            <a:avLst/>
            <a:gdLst/>
            <a:ahLst/>
            <a:cxnLst/>
            <a:rect r="r" b="b" t="t" l="l"/>
            <a:pathLst>
              <a:path h="5091470" w="5112167">
                <a:moveTo>
                  <a:pt x="0" y="0"/>
                </a:moveTo>
                <a:lnTo>
                  <a:pt x="5112167" y="0"/>
                </a:lnTo>
                <a:lnTo>
                  <a:pt x="5112167" y="5091470"/>
                </a:lnTo>
                <a:lnTo>
                  <a:pt x="0" y="50914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3955719" y="-5233061"/>
            <a:ext cx="10376561" cy="20753122"/>
          </a:xfrm>
          <a:custGeom>
            <a:avLst/>
            <a:gdLst/>
            <a:ahLst/>
            <a:cxnLst/>
            <a:rect r="r" b="b" t="t" l="l"/>
            <a:pathLst>
              <a:path h="20753122" w="10376561">
                <a:moveTo>
                  <a:pt x="0" y="0"/>
                </a:moveTo>
                <a:lnTo>
                  <a:pt x="10376562" y="0"/>
                </a:lnTo>
                <a:lnTo>
                  <a:pt x="10376562" y="20753122"/>
                </a:lnTo>
                <a:lnTo>
                  <a:pt x="0" y="207531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1365716">
            <a:off x="-12242" y="1558425"/>
            <a:ext cx="3119438" cy="3102422"/>
          </a:xfrm>
          <a:custGeom>
            <a:avLst/>
            <a:gdLst/>
            <a:ahLst/>
            <a:cxnLst/>
            <a:rect r="r" b="b" t="t" l="l"/>
            <a:pathLst>
              <a:path h="3102422" w="3119438">
                <a:moveTo>
                  <a:pt x="0" y="0"/>
                </a:moveTo>
                <a:lnTo>
                  <a:pt x="3119437" y="0"/>
                </a:lnTo>
                <a:lnTo>
                  <a:pt x="3119437" y="3102423"/>
                </a:lnTo>
                <a:lnTo>
                  <a:pt x="0" y="310242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409927">
            <a:off x="15498369" y="5282412"/>
            <a:ext cx="3017828" cy="3039937"/>
          </a:xfrm>
          <a:custGeom>
            <a:avLst/>
            <a:gdLst/>
            <a:ahLst/>
            <a:cxnLst/>
            <a:rect r="r" b="b" t="t" l="l"/>
            <a:pathLst>
              <a:path h="3039937" w="3017828">
                <a:moveTo>
                  <a:pt x="0" y="0"/>
                </a:moveTo>
                <a:lnTo>
                  <a:pt x="3017829" y="0"/>
                </a:lnTo>
                <a:lnTo>
                  <a:pt x="3017829" y="3039937"/>
                </a:lnTo>
                <a:lnTo>
                  <a:pt x="0" y="303993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247497" y="1720250"/>
            <a:ext cx="1504614" cy="248945"/>
          </a:xfrm>
          <a:custGeom>
            <a:avLst/>
            <a:gdLst/>
            <a:ahLst/>
            <a:cxnLst/>
            <a:rect r="r" b="b" t="t" l="l"/>
            <a:pathLst>
              <a:path h="248945" w="1504614">
                <a:moveTo>
                  <a:pt x="0" y="0"/>
                </a:moveTo>
                <a:lnTo>
                  <a:pt x="1504614" y="0"/>
                </a:lnTo>
                <a:lnTo>
                  <a:pt x="1504614" y="248946"/>
                </a:lnTo>
                <a:lnTo>
                  <a:pt x="0" y="2489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85233" y="8548999"/>
            <a:ext cx="1504614" cy="248945"/>
          </a:xfrm>
          <a:custGeom>
            <a:avLst/>
            <a:gdLst/>
            <a:ahLst/>
            <a:cxnLst/>
            <a:rect r="r" b="b" t="t" l="l"/>
            <a:pathLst>
              <a:path h="248945" w="1504614">
                <a:moveTo>
                  <a:pt x="0" y="0"/>
                </a:moveTo>
                <a:lnTo>
                  <a:pt x="1504614" y="0"/>
                </a:lnTo>
                <a:lnTo>
                  <a:pt x="1504614" y="248945"/>
                </a:lnTo>
                <a:lnTo>
                  <a:pt x="0" y="24894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4931897" y="3540994"/>
            <a:ext cx="631200" cy="611690"/>
          </a:xfrm>
          <a:custGeom>
            <a:avLst/>
            <a:gdLst/>
            <a:ahLst/>
            <a:cxnLst/>
            <a:rect r="r" b="b" t="t" l="l"/>
            <a:pathLst>
              <a:path h="611690" w="631200">
                <a:moveTo>
                  <a:pt x="0" y="0"/>
                </a:moveTo>
                <a:lnTo>
                  <a:pt x="631199" y="0"/>
                </a:lnTo>
                <a:lnTo>
                  <a:pt x="631199" y="611690"/>
                </a:lnTo>
                <a:lnTo>
                  <a:pt x="0" y="61169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2474248" y="6190690"/>
            <a:ext cx="631200" cy="611690"/>
          </a:xfrm>
          <a:custGeom>
            <a:avLst/>
            <a:gdLst/>
            <a:ahLst/>
            <a:cxnLst/>
            <a:rect r="r" b="b" t="t" l="l"/>
            <a:pathLst>
              <a:path h="611690" w="631200">
                <a:moveTo>
                  <a:pt x="0" y="0"/>
                </a:moveTo>
                <a:lnTo>
                  <a:pt x="631199" y="0"/>
                </a:lnTo>
                <a:lnTo>
                  <a:pt x="631199" y="611690"/>
                </a:lnTo>
                <a:lnTo>
                  <a:pt x="0" y="61169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468724" y="2998147"/>
            <a:ext cx="5980906" cy="4984089"/>
          </a:xfrm>
          <a:custGeom>
            <a:avLst/>
            <a:gdLst/>
            <a:ahLst/>
            <a:cxnLst/>
            <a:rect r="r" b="b" t="t" l="l"/>
            <a:pathLst>
              <a:path h="4984089" w="5980906">
                <a:moveTo>
                  <a:pt x="0" y="0"/>
                </a:moveTo>
                <a:lnTo>
                  <a:pt x="5980906" y="0"/>
                </a:lnTo>
                <a:lnTo>
                  <a:pt x="5980906" y="4984088"/>
                </a:lnTo>
                <a:lnTo>
                  <a:pt x="0" y="4984088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5913480" y="2822823"/>
            <a:ext cx="10086324" cy="5334737"/>
          </a:xfrm>
          <a:custGeom>
            <a:avLst/>
            <a:gdLst/>
            <a:ahLst/>
            <a:cxnLst/>
            <a:rect r="r" b="b" t="t" l="l"/>
            <a:pathLst>
              <a:path h="5334737" w="10086324">
                <a:moveTo>
                  <a:pt x="0" y="0"/>
                </a:moveTo>
                <a:lnTo>
                  <a:pt x="10086324" y="0"/>
                </a:lnTo>
                <a:lnTo>
                  <a:pt x="10086324" y="5334736"/>
                </a:lnTo>
                <a:lnTo>
                  <a:pt x="0" y="533473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3955719" y="-5233061"/>
            <a:ext cx="10376561" cy="20753122"/>
          </a:xfrm>
          <a:custGeom>
            <a:avLst/>
            <a:gdLst/>
            <a:ahLst/>
            <a:cxnLst/>
            <a:rect r="r" b="b" t="t" l="l"/>
            <a:pathLst>
              <a:path h="20753122" w="10376561">
                <a:moveTo>
                  <a:pt x="0" y="0"/>
                </a:moveTo>
                <a:lnTo>
                  <a:pt x="10376562" y="0"/>
                </a:lnTo>
                <a:lnTo>
                  <a:pt x="10376562" y="20753122"/>
                </a:lnTo>
                <a:lnTo>
                  <a:pt x="0" y="207531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2182206">
            <a:off x="-29544" y="2376101"/>
            <a:ext cx="3646515" cy="3547065"/>
          </a:xfrm>
          <a:custGeom>
            <a:avLst/>
            <a:gdLst/>
            <a:ahLst/>
            <a:cxnLst/>
            <a:rect r="r" b="b" t="t" l="l"/>
            <a:pathLst>
              <a:path h="3547065" w="3646515">
                <a:moveTo>
                  <a:pt x="0" y="0"/>
                </a:moveTo>
                <a:lnTo>
                  <a:pt x="3646515" y="0"/>
                </a:lnTo>
                <a:lnTo>
                  <a:pt x="3646515" y="3547065"/>
                </a:lnTo>
                <a:lnTo>
                  <a:pt x="0" y="35470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1999307">
            <a:off x="13617114" y="-667259"/>
            <a:ext cx="3723411" cy="3842169"/>
          </a:xfrm>
          <a:custGeom>
            <a:avLst/>
            <a:gdLst/>
            <a:ahLst/>
            <a:cxnLst/>
            <a:rect r="r" b="b" t="t" l="l"/>
            <a:pathLst>
              <a:path h="3842169" w="3723411">
                <a:moveTo>
                  <a:pt x="0" y="0"/>
                </a:moveTo>
                <a:lnTo>
                  <a:pt x="3723411" y="0"/>
                </a:lnTo>
                <a:lnTo>
                  <a:pt x="3723411" y="3842169"/>
                </a:lnTo>
                <a:lnTo>
                  <a:pt x="0" y="38421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261922">
            <a:off x="14832834" y="3616651"/>
            <a:ext cx="3134767" cy="3676166"/>
          </a:xfrm>
          <a:custGeom>
            <a:avLst/>
            <a:gdLst/>
            <a:ahLst/>
            <a:cxnLst/>
            <a:rect r="r" b="b" t="t" l="l"/>
            <a:pathLst>
              <a:path h="3676166" w="3134767">
                <a:moveTo>
                  <a:pt x="0" y="0"/>
                </a:moveTo>
                <a:lnTo>
                  <a:pt x="3134767" y="0"/>
                </a:lnTo>
                <a:lnTo>
                  <a:pt x="3134767" y="3676165"/>
                </a:lnTo>
                <a:lnTo>
                  <a:pt x="0" y="367616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695800">
            <a:off x="1290351" y="7186679"/>
            <a:ext cx="4770192" cy="3087615"/>
          </a:xfrm>
          <a:custGeom>
            <a:avLst/>
            <a:gdLst/>
            <a:ahLst/>
            <a:cxnLst/>
            <a:rect r="r" b="b" t="t" l="l"/>
            <a:pathLst>
              <a:path h="3087615" w="4770192">
                <a:moveTo>
                  <a:pt x="0" y="0"/>
                </a:moveTo>
                <a:lnTo>
                  <a:pt x="4770191" y="0"/>
                </a:lnTo>
                <a:lnTo>
                  <a:pt x="4770191" y="3087615"/>
                </a:lnTo>
                <a:lnTo>
                  <a:pt x="0" y="308761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2264510" y="293587"/>
            <a:ext cx="2821872" cy="2693605"/>
          </a:xfrm>
          <a:custGeom>
            <a:avLst/>
            <a:gdLst/>
            <a:ahLst/>
            <a:cxnLst/>
            <a:rect r="r" b="b" t="t" l="l"/>
            <a:pathLst>
              <a:path h="2693605" w="2821872">
                <a:moveTo>
                  <a:pt x="0" y="0"/>
                </a:moveTo>
                <a:lnTo>
                  <a:pt x="2821872" y="0"/>
                </a:lnTo>
                <a:lnTo>
                  <a:pt x="2821872" y="2693605"/>
                </a:lnTo>
                <a:lnTo>
                  <a:pt x="0" y="269360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573857">
            <a:off x="12935469" y="7783583"/>
            <a:ext cx="3268273" cy="2638388"/>
          </a:xfrm>
          <a:custGeom>
            <a:avLst/>
            <a:gdLst/>
            <a:ahLst/>
            <a:cxnLst/>
            <a:rect r="r" b="b" t="t" l="l"/>
            <a:pathLst>
              <a:path h="2638388" w="3268273">
                <a:moveTo>
                  <a:pt x="0" y="0"/>
                </a:moveTo>
                <a:lnTo>
                  <a:pt x="3268273" y="0"/>
                </a:lnTo>
                <a:lnTo>
                  <a:pt x="3268273" y="2638388"/>
                </a:lnTo>
                <a:lnTo>
                  <a:pt x="0" y="263838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4144766" y="3671357"/>
            <a:ext cx="10267167" cy="1750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744"/>
              </a:lnSpc>
              <a:spcBef>
                <a:spcPct val="0"/>
              </a:spcBef>
            </a:pPr>
            <a:r>
              <a:rPr lang="en-US" sz="11454">
                <a:solidFill>
                  <a:srgbClr val="1C3D86"/>
                </a:solidFill>
                <a:latin typeface="Lilita One"/>
                <a:ea typeface="Lilita One"/>
                <a:cs typeface="Lilita One"/>
                <a:sym typeface="Lilita One"/>
              </a:rPr>
              <a:t>DEMO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0730121" y="1253826"/>
            <a:ext cx="1504614" cy="248945"/>
          </a:xfrm>
          <a:custGeom>
            <a:avLst/>
            <a:gdLst/>
            <a:ahLst/>
            <a:cxnLst/>
            <a:rect r="r" b="b" t="t" l="l"/>
            <a:pathLst>
              <a:path h="248945" w="1504614">
                <a:moveTo>
                  <a:pt x="0" y="0"/>
                </a:moveTo>
                <a:lnTo>
                  <a:pt x="1504614" y="0"/>
                </a:lnTo>
                <a:lnTo>
                  <a:pt x="1504614" y="248945"/>
                </a:lnTo>
                <a:lnTo>
                  <a:pt x="0" y="248945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6798748" y="8903621"/>
            <a:ext cx="1504614" cy="248945"/>
          </a:xfrm>
          <a:custGeom>
            <a:avLst/>
            <a:gdLst/>
            <a:ahLst/>
            <a:cxnLst/>
            <a:rect r="r" b="b" t="t" l="l"/>
            <a:pathLst>
              <a:path h="248945" w="1504614">
                <a:moveTo>
                  <a:pt x="0" y="0"/>
                </a:moveTo>
                <a:lnTo>
                  <a:pt x="1504615" y="0"/>
                </a:lnTo>
                <a:lnTo>
                  <a:pt x="1504615" y="248945"/>
                </a:lnTo>
                <a:lnTo>
                  <a:pt x="0" y="248945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6167549" y="1108561"/>
            <a:ext cx="631200" cy="611690"/>
          </a:xfrm>
          <a:custGeom>
            <a:avLst/>
            <a:gdLst/>
            <a:ahLst/>
            <a:cxnLst/>
            <a:rect r="r" b="b" t="t" l="l"/>
            <a:pathLst>
              <a:path h="611690" w="631200">
                <a:moveTo>
                  <a:pt x="0" y="0"/>
                </a:moveTo>
                <a:lnTo>
                  <a:pt x="631199" y="0"/>
                </a:lnTo>
                <a:lnTo>
                  <a:pt x="631199" y="611689"/>
                </a:lnTo>
                <a:lnTo>
                  <a:pt x="0" y="611689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0967099" y="8581312"/>
            <a:ext cx="631200" cy="611690"/>
          </a:xfrm>
          <a:custGeom>
            <a:avLst/>
            <a:gdLst/>
            <a:ahLst/>
            <a:cxnLst/>
            <a:rect r="r" b="b" t="t" l="l"/>
            <a:pathLst>
              <a:path h="611690" w="631200">
                <a:moveTo>
                  <a:pt x="0" y="0"/>
                </a:moveTo>
                <a:lnTo>
                  <a:pt x="631200" y="0"/>
                </a:lnTo>
                <a:lnTo>
                  <a:pt x="631200" y="611690"/>
                </a:lnTo>
                <a:lnTo>
                  <a:pt x="0" y="611690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3955719" y="-5233061"/>
            <a:ext cx="10376561" cy="20753122"/>
          </a:xfrm>
          <a:custGeom>
            <a:avLst/>
            <a:gdLst/>
            <a:ahLst/>
            <a:cxnLst/>
            <a:rect r="r" b="b" t="t" l="l"/>
            <a:pathLst>
              <a:path h="20753122" w="10376561">
                <a:moveTo>
                  <a:pt x="0" y="0"/>
                </a:moveTo>
                <a:lnTo>
                  <a:pt x="10376562" y="0"/>
                </a:lnTo>
                <a:lnTo>
                  <a:pt x="10376562" y="20753122"/>
                </a:lnTo>
                <a:lnTo>
                  <a:pt x="0" y="207531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2182206">
            <a:off x="-29544" y="2376101"/>
            <a:ext cx="3646515" cy="3547065"/>
          </a:xfrm>
          <a:custGeom>
            <a:avLst/>
            <a:gdLst/>
            <a:ahLst/>
            <a:cxnLst/>
            <a:rect r="r" b="b" t="t" l="l"/>
            <a:pathLst>
              <a:path h="3547065" w="3646515">
                <a:moveTo>
                  <a:pt x="0" y="0"/>
                </a:moveTo>
                <a:lnTo>
                  <a:pt x="3646515" y="0"/>
                </a:lnTo>
                <a:lnTo>
                  <a:pt x="3646515" y="3547065"/>
                </a:lnTo>
                <a:lnTo>
                  <a:pt x="0" y="35470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1999307">
            <a:off x="13617114" y="-667259"/>
            <a:ext cx="3723411" cy="3842169"/>
          </a:xfrm>
          <a:custGeom>
            <a:avLst/>
            <a:gdLst/>
            <a:ahLst/>
            <a:cxnLst/>
            <a:rect r="r" b="b" t="t" l="l"/>
            <a:pathLst>
              <a:path h="3842169" w="3723411">
                <a:moveTo>
                  <a:pt x="0" y="0"/>
                </a:moveTo>
                <a:lnTo>
                  <a:pt x="3723411" y="0"/>
                </a:lnTo>
                <a:lnTo>
                  <a:pt x="3723411" y="3842169"/>
                </a:lnTo>
                <a:lnTo>
                  <a:pt x="0" y="38421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261922">
            <a:off x="14832834" y="3616651"/>
            <a:ext cx="3134767" cy="3676166"/>
          </a:xfrm>
          <a:custGeom>
            <a:avLst/>
            <a:gdLst/>
            <a:ahLst/>
            <a:cxnLst/>
            <a:rect r="r" b="b" t="t" l="l"/>
            <a:pathLst>
              <a:path h="3676166" w="3134767">
                <a:moveTo>
                  <a:pt x="0" y="0"/>
                </a:moveTo>
                <a:lnTo>
                  <a:pt x="3134767" y="0"/>
                </a:lnTo>
                <a:lnTo>
                  <a:pt x="3134767" y="3676165"/>
                </a:lnTo>
                <a:lnTo>
                  <a:pt x="0" y="367616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695800">
            <a:off x="1290351" y="7186679"/>
            <a:ext cx="4770192" cy="3087615"/>
          </a:xfrm>
          <a:custGeom>
            <a:avLst/>
            <a:gdLst/>
            <a:ahLst/>
            <a:cxnLst/>
            <a:rect r="r" b="b" t="t" l="l"/>
            <a:pathLst>
              <a:path h="3087615" w="4770192">
                <a:moveTo>
                  <a:pt x="0" y="0"/>
                </a:moveTo>
                <a:lnTo>
                  <a:pt x="4770191" y="0"/>
                </a:lnTo>
                <a:lnTo>
                  <a:pt x="4770191" y="3087615"/>
                </a:lnTo>
                <a:lnTo>
                  <a:pt x="0" y="308761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2264510" y="293587"/>
            <a:ext cx="2821872" cy="2693605"/>
          </a:xfrm>
          <a:custGeom>
            <a:avLst/>
            <a:gdLst/>
            <a:ahLst/>
            <a:cxnLst/>
            <a:rect r="r" b="b" t="t" l="l"/>
            <a:pathLst>
              <a:path h="2693605" w="2821872">
                <a:moveTo>
                  <a:pt x="0" y="0"/>
                </a:moveTo>
                <a:lnTo>
                  <a:pt x="2821872" y="0"/>
                </a:lnTo>
                <a:lnTo>
                  <a:pt x="2821872" y="2693605"/>
                </a:lnTo>
                <a:lnTo>
                  <a:pt x="0" y="269360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573857">
            <a:off x="12935469" y="7783583"/>
            <a:ext cx="3268273" cy="2638388"/>
          </a:xfrm>
          <a:custGeom>
            <a:avLst/>
            <a:gdLst/>
            <a:ahLst/>
            <a:cxnLst/>
            <a:rect r="r" b="b" t="t" l="l"/>
            <a:pathLst>
              <a:path h="2638388" w="3268273">
                <a:moveTo>
                  <a:pt x="0" y="0"/>
                </a:moveTo>
                <a:lnTo>
                  <a:pt x="3268273" y="0"/>
                </a:lnTo>
                <a:lnTo>
                  <a:pt x="3268273" y="2638388"/>
                </a:lnTo>
                <a:lnTo>
                  <a:pt x="0" y="263838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4144766" y="3671357"/>
            <a:ext cx="10267167" cy="5232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744"/>
              </a:lnSpc>
            </a:pPr>
            <a:r>
              <a:rPr lang="en-US" sz="11454">
                <a:solidFill>
                  <a:srgbClr val="1C3D86"/>
                </a:solidFill>
                <a:latin typeface="Lilita One"/>
                <a:ea typeface="Lilita One"/>
                <a:cs typeface="Lilita One"/>
                <a:sym typeface="Lilita One"/>
              </a:rPr>
              <a:t>THANK FOR LISTENING</a:t>
            </a:r>
          </a:p>
          <a:p>
            <a:pPr algn="ctr">
              <a:lnSpc>
                <a:spcPts val="13744"/>
              </a:lnSpc>
              <a:spcBef>
                <a:spcPct val="0"/>
              </a:spcBef>
            </a:pP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0730121" y="1253826"/>
            <a:ext cx="1504614" cy="248945"/>
          </a:xfrm>
          <a:custGeom>
            <a:avLst/>
            <a:gdLst/>
            <a:ahLst/>
            <a:cxnLst/>
            <a:rect r="r" b="b" t="t" l="l"/>
            <a:pathLst>
              <a:path h="248945" w="1504614">
                <a:moveTo>
                  <a:pt x="0" y="0"/>
                </a:moveTo>
                <a:lnTo>
                  <a:pt x="1504614" y="0"/>
                </a:lnTo>
                <a:lnTo>
                  <a:pt x="1504614" y="248945"/>
                </a:lnTo>
                <a:lnTo>
                  <a:pt x="0" y="248945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6798748" y="8903621"/>
            <a:ext cx="1504614" cy="248945"/>
          </a:xfrm>
          <a:custGeom>
            <a:avLst/>
            <a:gdLst/>
            <a:ahLst/>
            <a:cxnLst/>
            <a:rect r="r" b="b" t="t" l="l"/>
            <a:pathLst>
              <a:path h="248945" w="1504614">
                <a:moveTo>
                  <a:pt x="0" y="0"/>
                </a:moveTo>
                <a:lnTo>
                  <a:pt x="1504615" y="0"/>
                </a:lnTo>
                <a:lnTo>
                  <a:pt x="1504615" y="248945"/>
                </a:lnTo>
                <a:lnTo>
                  <a:pt x="0" y="248945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6167549" y="1108561"/>
            <a:ext cx="631200" cy="611690"/>
          </a:xfrm>
          <a:custGeom>
            <a:avLst/>
            <a:gdLst/>
            <a:ahLst/>
            <a:cxnLst/>
            <a:rect r="r" b="b" t="t" l="l"/>
            <a:pathLst>
              <a:path h="611690" w="631200">
                <a:moveTo>
                  <a:pt x="0" y="0"/>
                </a:moveTo>
                <a:lnTo>
                  <a:pt x="631199" y="0"/>
                </a:lnTo>
                <a:lnTo>
                  <a:pt x="631199" y="611689"/>
                </a:lnTo>
                <a:lnTo>
                  <a:pt x="0" y="611689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0967099" y="8581312"/>
            <a:ext cx="631200" cy="611690"/>
          </a:xfrm>
          <a:custGeom>
            <a:avLst/>
            <a:gdLst/>
            <a:ahLst/>
            <a:cxnLst/>
            <a:rect r="r" b="b" t="t" l="l"/>
            <a:pathLst>
              <a:path h="611690" w="631200">
                <a:moveTo>
                  <a:pt x="0" y="0"/>
                </a:moveTo>
                <a:lnTo>
                  <a:pt x="631200" y="0"/>
                </a:lnTo>
                <a:lnTo>
                  <a:pt x="631200" y="611690"/>
                </a:lnTo>
                <a:lnTo>
                  <a:pt x="0" y="611690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DAHKdbgQf_4</dc:identifier>
  <dcterms:modified xsi:type="dcterms:W3CDTF">2011-08-01T06:04:30Z</dcterms:modified>
  <cp:revision>1</cp:revision>
  <dc:title>WIndow</dc:title>
</cp:coreProperties>
</file>